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8b6fa1ca14119" /><Relationship Type="http://schemas.openxmlformats.org/officeDocument/2006/relationships/extended-properties" Target="/docProps/app.xml" Id="R2e73ad1e49d74d2a" /><Relationship Type="http://schemas.openxmlformats.org/officeDocument/2006/relationships/officeDocument" Target="/ppt/presentation.xml" Id="Re3b15838ef6f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5bd684dd564270"/>
  </p:sldMasterIdLst>
  <p:notesMasterIdLst>
    <p:notesMasterId xmlns:r="http://schemas.openxmlformats.org/officeDocument/2006/relationships" r:id="Rdc86b92e65b54a3f"/>
  </p:notesMasterIdLst>
  <p:sldIdLst>
    <p:sldId xmlns:r="http://schemas.openxmlformats.org/officeDocument/2006/relationships" id="256" r:id="R2560c307b72047f2"/>
    <p:sldId xmlns:r="http://schemas.openxmlformats.org/officeDocument/2006/relationships" id="257" r:id="Rc97815d05ec64339"/>
    <p:sldId xmlns:r="http://schemas.openxmlformats.org/officeDocument/2006/relationships" id="258" r:id="R08c8ff73da3f4897"/>
    <p:sldId xmlns:r="http://schemas.openxmlformats.org/officeDocument/2006/relationships" id="259" r:id="R57f9eb85eb914dae"/>
    <p:sldId xmlns:r="http://schemas.openxmlformats.org/officeDocument/2006/relationships" id="260" r:id="R56a01a4e65a649f2"/>
    <p:sldId xmlns:r="http://schemas.openxmlformats.org/officeDocument/2006/relationships" id="261" r:id="Rec81084c232c451b"/>
    <p:sldId xmlns:r="http://schemas.openxmlformats.org/officeDocument/2006/relationships" id="262" r:id="R84f0a673c8364070"/>
    <p:sldId xmlns:r="http://schemas.openxmlformats.org/officeDocument/2006/relationships" id="263" r:id="R0ffe808696fb48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c65cc735444f20" /><Relationship Type="http://schemas.openxmlformats.org/officeDocument/2006/relationships/slideMaster" Target="/ppt/slideMasters/slideMaster1.xml" Id="R375bd684dd564270" /><Relationship Type="http://schemas.openxmlformats.org/officeDocument/2006/relationships/notesMaster" Target="/ppt/notesMasters/notesMaster1.xml" Id="Rdc86b92e65b54a3f" /><Relationship Type="http://schemas.openxmlformats.org/officeDocument/2006/relationships/presProps" Target="/ppt/presProps.xml" Id="Reb4c008b8af14384" /><Relationship Type="http://schemas.openxmlformats.org/officeDocument/2006/relationships/tableStyles" Target="/ppt/tableStyles.xml" Id="R6b8026dc8a2844bc" /><Relationship Type="http://schemas.openxmlformats.org/officeDocument/2006/relationships/slide" Target="/ppt/slides/slide1.xml" Id="R2560c307b72047f2" /><Relationship Type="http://schemas.openxmlformats.org/officeDocument/2006/relationships/slide" Target="/ppt/slides/slide2.xml" Id="Rc97815d05ec64339" /><Relationship Type="http://schemas.openxmlformats.org/officeDocument/2006/relationships/slide" Target="/ppt/slides/slide3.xml" Id="R08c8ff73da3f4897" /><Relationship Type="http://schemas.openxmlformats.org/officeDocument/2006/relationships/slide" Target="/ppt/slides/slide4.xml" Id="R57f9eb85eb914dae" /><Relationship Type="http://schemas.openxmlformats.org/officeDocument/2006/relationships/slide" Target="/ppt/slides/slide5.xml" Id="R56a01a4e65a649f2" /><Relationship Type="http://schemas.openxmlformats.org/officeDocument/2006/relationships/slide" Target="/ppt/slides/slide6.xml" Id="Rec81084c232c451b" /><Relationship Type="http://schemas.openxmlformats.org/officeDocument/2006/relationships/slide" Target="/ppt/slides/slide7.xml" Id="R84f0a673c8364070" /><Relationship Type="http://schemas.openxmlformats.org/officeDocument/2006/relationships/slide" Target="/ppt/slides/slide8.xml" Id="R0ffe808696fb48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6228a8874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6f07f513e3472e" /><Relationship Type="http://schemas.openxmlformats.org/officeDocument/2006/relationships/notesMaster" Target="/ppt/notesMasters/notesMaster1.xml" Id="R717ea1dbf6524f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ab2411f4f34076" /><Relationship Type="http://schemas.openxmlformats.org/officeDocument/2006/relationships/notesMaster" Target="/ppt/notesMasters/notesMaster1.xml" Id="R47185ffbb1314c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ed34c2510e4c2f" /><Relationship Type="http://schemas.openxmlformats.org/officeDocument/2006/relationships/notesMaster" Target="/ppt/notesMasters/notesMaster1.xml" Id="Rbec2563fb53545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d2e34ce83749c0" /><Relationship Type="http://schemas.openxmlformats.org/officeDocument/2006/relationships/notesMaster" Target="/ppt/notesMasters/notesMaster1.xml" Id="Rca4d1e067fa940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4737fb4df841e3" /><Relationship Type="http://schemas.openxmlformats.org/officeDocument/2006/relationships/notesMaster" Target="/ppt/notesMasters/notesMaster1.xml" Id="Rdae2cb38bc8f4e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5b8b990b1f477c" /><Relationship Type="http://schemas.openxmlformats.org/officeDocument/2006/relationships/notesMaster" Target="/ppt/notesMasters/notesMaster1.xml" Id="R7383dfd57b4648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1453e73c54445" /><Relationship Type="http://schemas.openxmlformats.org/officeDocument/2006/relationships/notesMaster" Target="/ppt/notesMasters/notesMaster1.xml" Id="R92c361119b104c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29925032842ad" /><Relationship Type="http://schemas.openxmlformats.org/officeDocument/2006/relationships/notesMaster" Target="/ppt/notesMasters/notesMaster1.xml" Id="Re4e048b48bd0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Easy reading: all three server gates must pass. Browser MIME checks are only early hints. The server validates configured size, suffix, then Pillow-decoded format before saving under a UUID filename.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rembg model is IS-Net general-use. The project thresholds alpha at 64, cleans connected mask regions and edges, then crops with 12 percent padding.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covariance and eigenvectors are implemented in pose_estimator.py. In plain terms, the major eigenvector identifies the longest direction. Symmetry/aspect heuristics infer roll and other orientation hints; a single 2D silhouette cannot uniquely determine 3D 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Zero123++ creates predicted views at six azimuths with alternating elevations. Depth Anything estimates relative depth maps. The paper formula p_cam=D K^-1[u v 1]^T and p_world=R p_cam+t expresses unprojection, but current TripoSR geometry path disables depth map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Research-paper triplane equation: f(x,y,z)=concat(T_XY[x,y],T_XZ[x,z],T_YZ[y,z]); MLP predicts density and color; paper describes surface at sigma=0.5. The code calls TripoSR and extracts a mesh.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adaptive cluster count is k=min(10,max(4,floor(n_fg^0.25))). For n_fg=4096, k=8. Hue sin/cos encoding prevents the hue wraparound problem. Representative color is averaged over pixels between brightness percentiles 15 and 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per-view calibration equation s_i=clip(mu_photo/mu_view_i,0.7,1.6) in RGB channels. IoU is intersection over union between rendered silhouette and mask. Color error is mean absolute channel-average difference.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print-ready gate requires watertightness, a single connected component, and at least 1,000 faces. With millimeter units, minimum feature size must meet the configured threshold, default 0.8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b5dfe69904b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e0b1d0fd0c4bf0" /><Relationship Type="http://schemas.openxmlformats.org/officeDocument/2006/relationships/slideLayout" Target="/ppt/slideLayouts/slideLayout1.xml" Id="Recfea9cd0274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fea9cd0274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a94ce760f404f" /><Relationship Type="http://schemas.openxmlformats.org/officeDocument/2006/relationships/notesSlide" Target="/ppt/notesSlides/notesSlide1.xml" Id="R5470d11d2ae84f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3a8ef7023403f" /><Relationship Type="http://schemas.openxmlformats.org/officeDocument/2006/relationships/notesSlide" Target="/ppt/notesSlides/notesSlide2.xml" Id="R7b8c23bdf7ce4d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58885cf1849e4" /><Relationship Type="http://schemas.openxmlformats.org/officeDocument/2006/relationships/notesSlide" Target="/ppt/notesSlides/notesSlide3.xml" Id="Rb48c5deefb91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0f5e1a9164dd2" /><Relationship Type="http://schemas.openxmlformats.org/officeDocument/2006/relationships/notesSlide" Target="/ppt/notesSlides/notesSlide4.xml" Id="Rd49006a1945347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93287d9d34974" /><Relationship Type="http://schemas.openxmlformats.org/officeDocument/2006/relationships/notesSlide" Target="/ppt/notesSlides/notesSlide5.xml" Id="Rf7e717fc2c4449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ae680e2744208" /><Relationship Type="http://schemas.openxmlformats.org/officeDocument/2006/relationships/notesSlide" Target="/ppt/notesSlides/notesSlide6.xml" Id="R65b97961add641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2b5bbd2bb4fd6" /><Relationship Type="http://schemas.openxmlformats.org/officeDocument/2006/relationships/notesSlide" Target="/ppt/notesSlides/notesSlide7.xml" Id="Rf81c7c5932cb4e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dcbcdda364cfd" /><Relationship Type="http://schemas.openxmlformats.org/officeDocument/2006/relationships/notesSlide" Target="/ppt/notesSlides/notesSlide8.xml" Id="R8d77d6864be243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9687D-2406-4B13-B7E7-24A62431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2A3CF-8336-476C-84C2-C99098D7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01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BD707-4CF8-4790-A60A-9A1B796E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1. Input image · validate ·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F28BC-34DB-477D-A2C4-A32A6B7E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The server checks the upload before it writes the file to the uploads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41C45-B638-42F5-B6A8-BBD8EE4A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A87D8-E0DF-4C7E-A112-48A43DF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6F028-131F-445E-9116-3EB5338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Valid image = allowed type + readable file + small enough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F49AE-2C75-4759-BBC1-7DD9B7F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ALLOWED IMAGE ENDINGS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7E61B-8265-475E-ADE9-EEA0F4DE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PNG, JPG, JPEG, and WEBP. The server also limits uploads to 15 MiB.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FB7C9-A56E-48D8-9315-A5F2CC3C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C889E-C593-49A7-9FE4-FC5625FB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Pillow checks the file bytes—not just the name. “strawberry.png.pdf” ends in .pdf, so the server rejects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F3445-CB5B-4610-8503-0AEC7E0E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After validation:  uploads / random UUID + original valid ending</a:t>
            </a:r>
          </a:p>
        </p:txBody>
      </p:sp>
    </p:spTree>
    <p:extLst>
      <p:ext uri="{BB962C8B-B14F-4D97-AF65-F5344CB8AC3E}">
        <p14:creationId xmlns:p14="http://schemas.microsoft.com/office/powerpoint/2010/main" val="1437318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4DAF8-7128-43AF-A702-E3022774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437D6-DA2F-4AD7-A94F-724A1D02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02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02A6E-688D-4C2A-9A65-49EFBE1B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2. Remove the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05002-750F-45A3-98B4-EA2D47A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rembg predicts which pixels belong to the subject; the mask turns that prediction into a cutout.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53AA4-DD0B-43EA-B559-D82FED88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7BC1B-0634-47FE-9251-E07A87CB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E06CE-E21D-4B00-A461-B5EF2EDC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High subject score → keep pixel  |  Low score → remove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A394C-691B-4C6A-B5F8-28481621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WHAT DOES REMBG 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06684-A536-437A-9236-904DE70D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It gives each pixel a score for “subject” or “background.” The mask keeps the subject pixels.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F711C-AC33-482D-8885-9B498E6C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9D6E3-3E95-4821-BAD8-56887551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The project cleans the outline, crops around the subject, adds a little margin, and centers it on a transparent square.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454C6-C8E1-42C0-A3A1-81E7B222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Result: prepared subject image + cleaned silhouette mask</a:t>
            </a:r>
          </a:p>
        </p:txBody>
      </p:sp>
    </p:spTree>
    <p:extLst>
      <p:ext uri="{BB962C8B-B14F-4D97-AF65-F5344CB8AC3E}">
        <p14:creationId xmlns:p14="http://schemas.microsoft.com/office/powerpoint/2010/main" val="420169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5BB51-B82D-4CC5-961A-208687F6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1F860-8D0C-4E61-B762-49A8DB2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03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BE96E-F2B2-4CFD-9FB7-7B99F34D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3. Estimate the object 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2F426-CB40-4731-9B0D-74A152FD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The project studies the 2D silhouette to guess how the object is tilted.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DD7E3-E9DE-44C5-8CA5-3854C4C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D3E57-2537-4485-B082-967016C2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CD136-DBA4-49DD-879E-E361987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Pose ≈ longest direction of the object outline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7CDF2-8631-4782-91C8-09F2E33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HOW THE ESTIMATE 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5184E-3810-4A97-8F1D-F3A514E2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It finds the longest direction in the object’s outline and uses that to guess its tilt.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19049-1AAC-41FE-8195-9B4BACAC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0D7E1-2432-4D13-93CB-09E1E64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It also compares the left and right sides of the outline. A difference can nudge the pose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DFA2D-0012-4F81-8A3A-6E850B6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It is a rough guess from one flat image.</a:t>
            </a:r>
          </a:p>
        </p:txBody>
      </p:sp>
    </p:spTree>
    <p:extLst>
      <p:ext uri="{BB962C8B-B14F-4D97-AF65-F5344CB8AC3E}">
        <p14:creationId xmlns:p14="http://schemas.microsoft.com/office/powerpoint/2010/main" val="1771305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823E3-6E6E-4A95-A803-7579CBB7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2DCDE-AB48-432B-9350-E22C0E56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04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60827-FD1E-4362-B225-8134E15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4. Generate views · estimate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72116-0499-449F-B024-E2E6627F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A single photo does not show every side, so the system predicts extra viewpoints.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F493F-1EE2-4062-846D-A72719F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BDE5C-25D3-40FC-90CA-F9EE30FE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D40A5-8A92-470C-B1EA-4D7DE14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1 photo → 6 predicted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27933-A06E-4827-BF42-3D51D7E2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HOW DEPTH HELPS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2555E-53E7-406A-82CB-E4D5C34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Depth estimates how far a pixel is from the camera. Camera information gives its direction and position.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1C4DE-CBCA-411B-97E4-3272E3B1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1708E-A409-4D09-AEFE-D7F04C01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Combine distance and camera direction to estimate where that pixel sits in 3D 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19C34-BE79-4542-BEF4-07D4824B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The paper’s depth-fusion equation is not used as TripoSR geometry input in the current route.</a:t>
            </a:r>
          </a:p>
        </p:txBody>
      </p:sp>
    </p:spTree>
    <p:extLst>
      <p:ext uri="{BB962C8B-B14F-4D97-AF65-F5344CB8AC3E}">
        <p14:creationId xmlns:p14="http://schemas.microsoft.com/office/powerpoint/2010/main" val="178935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ABC59-6659-4AB9-B57C-18665FA1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73C7F-4DF8-4556-8DEF-4AD8983A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05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584E7-6141-4CFA-943E-4161746D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5. Reconstruct the 3D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4F6F6-3B5C-4C9C-AA6E-59BAA7E5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TripoSR turns the prepared front image into a neural 3D representation, then extracts a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8B8BE-E01A-46C8-B28D-36735CA7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4F962-BC73-4487-B88F-07DA0DF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BF945-0E7D-4DAB-BD9C-BECD6250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XY + XZ + YZ → 3D shape → triangle mesh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4622D-1A29-4706-8A04-B3823818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WHAT DOES THE MODEL COMBINE?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DE9F3-9E21-48A0-97E2-5108753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It reads three learned maps that describe the shape from different directions.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DD215-FDEE-4A2C-9AE1-941145B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E7DA1-C9E0-4449-9ABB-9474B6C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From those maps it predicts a surface. The surface is stored as points joined by small triangles.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34465-3188-4600-AAB8-C1419988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Current TripoSR shape is built mainly from the masked front image.</a:t>
            </a:r>
          </a:p>
        </p:txBody>
      </p:sp>
    </p:spTree>
    <p:extLst>
      <p:ext uri="{BB962C8B-B14F-4D97-AF65-F5344CB8AC3E}">
        <p14:creationId xmlns:p14="http://schemas.microsoft.com/office/powerpoint/2010/main" val="1013270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BAD08-F6A9-4F8A-8FAE-9CFBD98D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F472F-280B-4C5F-8A9A-1328C999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06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CFE6F-1895-4A74-B76D-60B48F6C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6. Group pixels into color regions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9B0DE-647C-4E02-9951-0A5CD95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Foreground pixels are grouped by similar colors so views can help paint the mesh.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69ECF-54D2-40C4-9E4E-109F807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68248-5512-4172-BA7A-FB3277B3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2A677-0533-446B-86EE-ED91DF8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Similar pixels → one color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1032E-0A76-4697-89E6-3AC1E9CF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HOW MANY GROUPS?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DE987-3318-4DB2-A58E-C5F1CE19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The project chooses between 4 and 10 groups, based on how many subject pixels it finds.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09F01-895B-4CDD-A00A-1DBFEB49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A87E6-4C17-4BED-99C7-C9FEEBBC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It groups pixels with similar colors, then ignores unusually dark and bright pixels when choosing each group’s typical color.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CE57B-5C22-44FA-9669-20975EA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Think: group similar colors, then paint the matching parts of the model.</a:t>
            </a:r>
          </a:p>
        </p:txBody>
      </p:sp>
    </p:spTree>
    <p:extLst>
      <p:ext uri="{BB962C8B-B14F-4D97-AF65-F5344CB8AC3E}">
        <p14:creationId xmlns:p14="http://schemas.microsoft.com/office/powerpoint/2010/main" val="2028634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B41CB-7C5E-4C68-A28A-D40D3CFC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98C75-3CE3-4AF9-9CC6-D6017BF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07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8C7B4-00E0-474B-AE6F-FD000AF3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7. Match colors across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F39F7-3A77-46F8-8D53-B3AD4D31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Generated views may be too bright or too dark, so the color painter adjusts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D659E-BCFD-4B1B-9826-7B21EFD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0078E-3286-4CBC-9414-3F9B2A72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0E3FE-A1C1-4B57-A1FA-2B5DAB2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Model color ≈ photo color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3512F-2575-4FC8-BF9D-02B38CB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WHY ADJUST THE COLOR?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1EC28-BB59-41F7-8A2F-3B80EBFD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AI-generated views can look lighter or darker than the original photo. The project nudges their colors toward the original.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D1102-567A-403B-ADF6-EE2932F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D442E-607C-453F-A831-C2DFBC9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The adjustment is kept modest so one unusual generated view does not change the model’s color too much.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96253-505B-4764-BCD8-1CB7E77F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The project also compares the model outline with the photo’s subject outline.</a:t>
            </a:r>
          </a:p>
        </p:txBody>
      </p:sp>
    </p:spTree>
    <p:extLst>
      <p:ext uri="{BB962C8B-B14F-4D97-AF65-F5344CB8AC3E}">
        <p14:creationId xmlns:p14="http://schemas.microsoft.com/office/powerpoint/2010/main" val="386610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20F33-0D5C-4333-8A26-62CDC73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C27BB-074F-4A8C-BBF7-930289F1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7D6"/>
                </a:solidFill>
                <a:latin typeface="Arial"/>
                <a:ea typeface="Arial"/>
                <a:cs typeface="Arial"/>
              </a:rPr>
              <a:t>08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74349-D6E2-43EB-B8BA-4F4610C4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8. Check the mesh · deliver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D684B-0049-460E-8707-D4795D8E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Before export, the project checks whether the print mesh meets basic structural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34757-35FF-4084-AD4B-6B66731A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3CBBB-2273-4EC1-9D78-1E31720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A"/>
          </a:solidFill>
          <a:ln xmlns:a="http://schemas.openxmlformats.org/drawingml/2006/main" w="0">
            <a:solidFill>
              <a:srgbClr val="2A42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60E82-110C-40BC-9ADC-2BC9CE4D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A425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Mesh check = closed + one piece + enough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858A7-8AEE-43DE-A238-44D129A2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E1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E1D0"/>
                </a:solidFill>
                <a:latin typeface="Arial"/>
                <a:ea typeface="Arial"/>
                <a:cs typeface="Arial"/>
              </a:rPr>
              <a:t>MINIMUM DETAIL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FB27F-5859-4FA5-962A-C8BC94EA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When dimensions are in millimeters, the smallest feature must be at least 0.8 mm.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1AFC0-AC9E-468A-98AF-E055020D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FF8A6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AD49C-852B-4106-AC85-DB5FD1DC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6"/>
                </a:solidFill>
                <a:latin typeface="Arial"/>
                <a:ea typeface="Arial"/>
                <a:cs typeface="Arial"/>
              </a:rPr>
              <a:t>A watertight mesh has no open boundary holes. These checks are useful signals, not a guarantee that every printer will succeed.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07754-3539-44E1-8B61-2353C44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Final path: validated photo → prepared image → views → 3D mesh → color → checks → GLB / STL / viewer</a:t>
            </a:r>
          </a:p>
        </p:txBody>
      </p:sp>
    </p:spTree>
    <p:extLst>
      <p:ext uri="{BB962C8B-B14F-4D97-AF65-F5344CB8AC3E}">
        <p14:creationId xmlns:p14="http://schemas.microsoft.com/office/powerpoint/2010/main" val="731803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2026-09-28T03:37:50.6180000Z</dcterms:created>
  <dcterms:modified xsi:type="dcterms:W3CDTF">2026-09-28T03:37:50.6180000Z</dcterms:modified>
</coreProperties>
</file>