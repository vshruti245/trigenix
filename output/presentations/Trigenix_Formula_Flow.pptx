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5dd8bee32e40e5" /><Relationship Type="http://schemas.openxmlformats.org/officeDocument/2006/relationships/extended-properties" Target="/docProps/app.xml" Id="Recb5accfb6c84218" /><Relationship Type="http://schemas.openxmlformats.org/officeDocument/2006/relationships/officeDocument" Target="/ppt/presentation.xml" Id="R24fb2dfeccc740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1d38b4c9a94cca"/>
  </p:sldMasterIdLst>
  <p:notesMasterIdLst>
    <p:notesMasterId xmlns:r="http://schemas.openxmlformats.org/officeDocument/2006/relationships" r:id="Rc4bff20715b542e6"/>
  </p:notesMasterIdLst>
  <p:sldIdLst>
    <p:sldId xmlns:r="http://schemas.openxmlformats.org/officeDocument/2006/relationships" id="256" r:id="R9d25b2a656994c63"/>
    <p:sldId xmlns:r="http://schemas.openxmlformats.org/officeDocument/2006/relationships" id="257" r:id="R6cca8215e2b641e8"/>
    <p:sldId xmlns:r="http://schemas.openxmlformats.org/officeDocument/2006/relationships" id="258" r:id="Ra51a2592ed314433"/>
    <p:sldId xmlns:r="http://schemas.openxmlformats.org/officeDocument/2006/relationships" id="259" r:id="R37a4d7f93f2d4ad8"/>
    <p:sldId xmlns:r="http://schemas.openxmlformats.org/officeDocument/2006/relationships" id="260" r:id="R069cdd3f169548ec"/>
    <p:sldId xmlns:r="http://schemas.openxmlformats.org/officeDocument/2006/relationships" id="261" r:id="Refde51e415784d5c"/>
    <p:sldId xmlns:r="http://schemas.openxmlformats.org/officeDocument/2006/relationships" id="262" r:id="Rdb746b21b0134ec4"/>
    <p:sldId xmlns:r="http://schemas.openxmlformats.org/officeDocument/2006/relationships" id="263" r:id="R01ccdcf904c64b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81cc3d8b99488a" /><Relationship Type="http://schemas.openxmlformats.org/officeDocument/2006/relationships/slideMaster" Target="/ppt/slideMasters/slideMaster1.xml" Id="R871d38b4c9a94cca" /><Relationship Type="http://schemas.openxmlformats.org/officeDocument/2006/relationships/notesMaster" Target="/ppt/notesMasters/notesMaster1.xml" Id="Rc4bff20715b542e6" /><Relationship Type="http://schemas.openxmlformats.org/officeDocument/2006/relationships/presProps" Target="/ppt/presProps.xml" Id="R04a16ee92a1a4ef8" /><Relationship Type="http://schemas.openxmlformats.org/officeDocument/2006/relationships/tableStyles" Target="/ppt/tableStyles.xml" Id="R6c0d31a4e2704534" /><Relationship Type="http://schemas.openxmlformats.org/officeDocument/2006/relationships/slide" Target="/ppt/slides/slide1.xml" Id="R9d25b2a656994c63" /><Relationship Type="http://schemas.openxmlformats.org/officeDocument/2006/relationships/slide" Target="/ppt/slides/slide2.xml" Id="R6cca8215e2b641e8" /><Relationship Type="http://schemas.openxmlformats.org/officeDocument/2006/relationships/slide" Target="/ppt/slides/slide3.xml" Id="Ra51a2592ed314433" /><Relationship Type="http://schemas.openxmlformats.org/officeDocument/2006/relationships/slide" Target="/ppt/slides/slide4.xml" Id="R37a4d7f93f2d4ad8" /><Relationship Type="http://schemas.openxmlformats.org/officeDocument/2006/relationships/slide" Target="/ppt/slides/slide5.xml" Id="R069cdd3f169548ec" /><Relationship Type="http://schemas.openxmlformats.org/officeDocument/2006/relationships/slide" Target="/ppt/slides/slide6.xml" Id="Refde51e415784d5c" /><Relationship Type="http://schemas.openxmlformats.org/officeDocument/2006/relationships/slide" Target="/ppt/slides/slide7.xml" Id="Rdb746b21b0134ec4" /><Relationship Type="http://schemas.openxmlformats.org/officeDocument/2006/relationships/slide" Target="/ppt/slides/slide8.xml" Id="R01ccdcf904c64b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7ed852728b46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0ac7284a7d478d" /><Relationship Type="http://schemas.openxmlformats.org/officeDocument/2006/relationships/notesMaster" Target="/ppt/notesMasters/notesMaster1.xml" Id="R28aa1bfcecf94d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99686579d840f8" /><Relationship Type="http://schemas.openxmlformats.org/officeDocument/2006/relationships/notesMaster" Target="/ppt/notesMasters/notesMaster1.xml" Id="R63e5de7debe54b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bf311a36864901" /><Relationship Type="http://schemas.openxmlformats.org/officeDocument/2006/relationships/notesMaster" Target="/ppt/notesMasters/notesMaster1.xml" Id="R886145206df743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4d4386ea864b16" /><Relationship Type="http://schemas.openxmlformats.org/officeDocument/2006/relationships/notesMaster" Target="/ppt/notesMasters/notesMaster1.xml" Id="Re4a92f659c7d44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b4f0d528774915" /><Relationship Type="http://schemas.openxmlformats.org/officeDocument/2006/relationships/notesMaster" Target="/ppt/notesMasters/notesMaster1.xml" Id="R8640bc9bdd3c45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ac80f2f9814bd1" /><Relationship Type="http://schemas.openxmlformats.org/officeDocument/2006/relationships/notesMaster" Target="/ppt/notesMasters/notesMaster1.xml" Id="R11fa3e8bd37f46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e11d1e086b4352" /><Relationship Type="http://schemas.openxmlformats.org/officeDocument/2006/relationships/notesMaster" Target="/ppt/notesMasters/notesMaster1.xml" Id="R2dad4d5b15214b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29e38544044244" /><Relationship Type="http://schemas.openxmlformats.org/officeDocument/2006/relationships/notesMaster" Target="/ppt/notesMasters/notesMaster1.xml" Id="R898dee5b26304a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project facts: the frontend quality checker uses the luminance and thresholds shown. Server validates configured size, final filename extension and actual Pillow-decoded format; it reads the upload into memory and saves only after validation. UUID is used for the stored filename. MIME/accept are client hints, not server authority. Sources: JS/DropImage.js; server.py. Research paper is not the source of these upload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project uses rembg with IS-Net general-use session. It thresholds alpha at configured default 64, applies mask cleanup and crops with 12% padding. Exact sequence is in the preparation helpers; this formula notation expresses the implemented threshold and crop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equations summarize pose_estimator.py. PCA covariance/eigendecomposition is exact; interpreting the 2D major axis as object roll and symmetry/aspect thresholds to infer other angles are project heuristics. A single silhouette cannot determine full 3D pose uniquely.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research paper gives the camera unprojection and world transform in its Phase 1 depth-fusion approach. Current project synthesizes views and estimates relative depths, but reconstructor.py sets depth_maps false for TripoSR geometry. Clearly keep the paper method distinct from the active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Triplane formula and sigma=0.5 threshold are stated by the research paper’s method. Current code calls the TripoSR model and extract_mesh; the paper equation is explanatory formulation of the representation, not a line-by-line implementation formula. Current route uses the masked front image for shape; generated views feed color projection.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adaptive k formula and brightness percentile-trimmed mean match current project color painting logic and the paper’s described method. Current implementation uses hue sin/cos along with saturation/value features; clustering is over foreground pixels.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Calibration, selective brightness correction, silhouette IoU, and mean per-channel absolute color error are from the paper formulation and align with current code behavior. Current channel clipping for brightness differs slightly by channel (paper’s reported upper bounds shown above); treat as paper equation, while current values should be checked against the implementation when presenting exact parameterization.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print-ready test checks watertightness, one connected component, minimum 1000 faces, and configured minimum feature size when units are millimeters (default 0.8 mm). Outputs include model assets and quality report; exports/profile options depend on backend and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c71779a274f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ae51ac2d4446f7" /><Relationship Type="http://schemas.openxmlformats.org/officeDocument/2006/relationships/slideLayout" Target="/ppt/slideLayouts/slideLayout1.xml" Id="Rf0ea1cd33b3047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ea1cd33b3047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25ef026064153" /><Relationship Type="http://schemas.openxmlformats.org/officeDocument/2006/relationships/notesSlide" Target="/ppt/notesSlides/notesSlide1.xml" Id="R3446630ad90b40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11a1272024250" /><Relationship Type="http://schemas.openxmlformats.org/officeDocument/2006/relationships/notesSlide" Target="/ppt/notesSlides/notesSlide2.xml" Id="R84994009b98a41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778b78e5b45bb" /><Relationship Type="http://schemas.openxmlformats.org/officeDocument/2006/relationships/notesSlide" Target="/ppt/notesSlides/notesSlide3.xml" Id="R17d7341b006d4d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7294d61f140d4" /><Relationship Type="http://schemas.openxmlformats.org/officeDocument/2006/relationships/notesSlide" Target="/ppt/notesSlides/notesSlide4.xml" Id="R3dd3626a4dce4d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7fded75584e46" /><Relationship Type="http://schemas.openxmlformats.org/officeDocument/2006/relationships/notesSlide" Target="/ppt/notesSlides/notesSlide5.xml" Id="Rde488e5909984c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b2e7b8dba4f4b" /><Relationship Type="http://schemas.openxmlformats.org/officeDocument/2006/relationships/notesSlide" Target="/ppt/notesSlides/notesSlide6.xml" Id="R9324c360c68a4e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574df67d44777" /><Relationship Type="http://schemas.openxmlformats.org/officeDocument/2006/relationships/notesSlide" Target="/ppt/notesSlides/notesSlide7.xml" Id="Rf9e8fe9676404d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534290ea84d03" /><Relationship Type="http://schemas.openxmlformats.org/officeDocument/2006/relationships/notesSlide" Target="/ppt/notesSlides/notesSlide8.xml" Id="Red35434b3c6144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BA6B6-3952-41B0-A3B1-52760F96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TRIGENIX  /  FORMULA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5D025-3462-449B-9B8F-EB478AC0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Input image · validate · 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3C03E-82D2-418A-855C-544D0F01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7D3"/>
          </a:solidFill>
          <a:ln xmlns:a="http://schemas.openxmlformats.org/drawingml/2006/main" w="0">
            <a:solidFill>
              <a:srgbClr val="CED7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2E281-5C97-4710-BBFE-535FDEA7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82870-D4D1-49AC-AC51-FD0A14A9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PHOTO SCREENING IN 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75543-DD9D-43AA-9F91-CF821086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5048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Y = 0.299R + 0.587G + 0.114B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C3658-14AA-4D4A-8EEA-D391EEE7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μY = (1/N) ΣY     ·     σ²Y = (1/N) Σ(Y − μY)²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0483A-B76B-4886-898B-5C7081B1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Warnings: μY &lt; 40 or &gt; 220; σ²Y &lt; 200. Also check min(W,H) &lt; 256 px, corner range &gt; 80, and estimated foreground &lt; 5%. These are browser-side heuristics.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3322C-624F-42C4-9B17-048DDEB4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SERVER ACCEPTANCE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1A0DD-7EF3-41A2-9729-7F5ADDC9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76425"/>
            <a:ext cx="5286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ACCEPT = SizeOK ∧ ExtOK ∧ PillowVerify ∧ FormatOK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76040-2DD4-4A4F-98CB-0312B64C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6525"/>
            <a:ext cx="5048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Size ≤ 15 MiB  ·  suffix ∈ {PNG, JPG, JPEG, WEBP}</a:t>
            </a:r>
          </a:p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Pillow decodes/verifies the bytes; detected format must be PNG, JPEG, or WEBP.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B8584-A998-45F5-9048-44D86A66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ONLY AFTER VALIDATION: PERSISTENT STORAGE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DD45D-BEEB-4BC2-BD6E-C65CA342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8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path = uploads / (UUID₄ + validated_suffix)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75E3D-7D84-4D9F-B89E-BFEE8EEC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76800"/>
            <a:ext cx="5000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The browser MIME value is an early hint. Server-side Pillow checks the file contents. A name like strawberry.png.pdf ends in .pdf and fails the suffix gate.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64880-F661-4E1E-AFB6-2326D59A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Select → browser warnings → POST /upload → validate bytes → save</a:t>
            </a:r>
          </a:p>
        </p:txBody>
      </p:sp>
    </p:spTree>
    <p:extLst>
      <p:ext uri="{BB962C8B-B14F-4D97-AF65-F5344CB8AC3E}">
        <p14:creationId xmlns:p14="http://schemas.microsoft.com/office/powerpoint/2010/main" val="13394868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AF2209-D37A-4EEC-88F8-17E066AC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TRIGENIX  /  FORMULA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FE7DB-909A-4764-92A0-EFB6C01D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Image processing · rembg mask and crop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BEA59-BFD4-4BDD-82D2-41963D90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7D3"/>
          </a:solidFill>
          <a:ln xmlns:a="http://schemas.openxmlformats.org/drawingml/2006/main" w="0">
            <a:solidFill>
              <a:srgbClr val="CED7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44C9D-8E51-4AD7-94F9-54DDB19E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0B92D-11A3-4A38-8977-AC7B01A9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FOREGROUND SEGMENTATION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6152C-020F-416C-8CC1-5BF3013E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667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IS-Net estimates a per-pixel foreground probability / alpha map. The network learns visual cues from examples; it does not apply a fixed “white background = background” rule.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2ACFA-ECCA-49B3-B059-88537FC6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4762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M₀(x,y) = 1[α(x,y) ≥ 64]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9A116-0F3D-414D-AB74-40977DB5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572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Current code then cleans the binary mask: median-like min filtering, largest connected component, dilation, Gaussian edge smoothing, and thresholding again.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69343-0544-420C-B618-EAB69839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9067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CROP, PAD, CENTER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4D9D8-B298-4148-BFAF-5FDE5BFD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5238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B = bbox{(x,y) : M(x,y)=1}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4073E-7655-47D7-81BB-64369DBF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95575"/>
            <a:ext cx="5238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pad = 0.12 × max(width(B), height(B))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77B6A-3453-4589-95AA-9EDD1563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48050"/>
            <a:ext cx="5048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The padded subject crop is placed in a square transparent canvas and saved as the prepared/masked image. Alpha preserves the cutout boundary for later stages.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C77FD-D986-4DEF-926E-7B967C08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95850"/>
            <a:ext cx="523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solidFill>
              <a:srgbClr val="DCEB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FD7A6-C470-4684-A2D4-01BB2B03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958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398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Output: RGBA subject image + cleaned silhouette mask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9BBA30-70F2-44B9-992F-8131B941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Segmentation identifies likely subject pixels; it does not identify the object’s category or guarantee perfect edges.</a:t>
            </a:r>
          </a:p>
        </p:txBody>
      </p:sp>
    </p:spTree>
    <p:extLst>
      <p:ext uri="{BB962C8B-B14F-4D97-AF65-F5344CB8AC3E}">
        <p14:creationId xmlns:p14="http://schemas.microsoft.com/office/powerpoint/2010/main" val="19182285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977D4-A829-45E2-ABC8-43175DBF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TRIGENIX  /  FORMULA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AAA77-2704-445F-AB2C-6B0A4D64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Pose estimation · 2D silhouette heuristics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15B09-3072-401D-AA0D-96703EDA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7D3"/>
          </a:solidFill>
          <a:ln xmlns:a="http://schemas.openxmlformats.org/drawingml/2006/main" w="0">
            <a:solidFill>
              <a:srgbClr val="CED7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5780F-463E-44BD-9B64-8053D8F4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4BBA7-76E6-48D5-8F26-C1A058FD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63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Before generating views, the project estimates coarse orientation from the foreground mask. It is a heuristic pose guess, not a learned 3D pose solver.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02060-78EC-4172-9ACA-E82CF680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PCA ORIENTATION OF FOREGROUND PIXELS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42EB3-F45C-4959-9183-E606B930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5048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C = (1/n) Σᵢ (pᵢ − μ)(pᵢ − μ)ᵀ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2E6F0-6163-4D73-9921-B2AAA076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504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C vⱼ = λⱼ vⱼ     ·     θ = atan2(vmajor,y, vmajor,x)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B7EC3-7F96-42E3-AC2F-54150055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9600"/>
            <a:ext cx="481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Eigenvectors give the major and minor axes of the 2D silhouette. The major axis angle estimates roll; eigenvalues describe elongation.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CA858-BCB9-49CE-ABCF-00C8F097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982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SYMMETRY AND DECISION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2D2CC-1AA1-4814-A17F-FFC8CE8F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52197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S = Σ min(M, flip(M)) / Σ max(M, flip(M))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196F3-F845-49F9-8B73-81193FAB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52825"/>
            <a:ext cx="52197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aspect = √λmin / √λmax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DBC6C-5477-4744-8667-63EAC0D7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14825"/>
            <a:ext cx="49530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Roll correction is applied only when aspect &lt; 0.65 and symmetry &lt; 0.80, then clipped to ±40°. Silhouette left/right imbalance can nudge azimuth when symmetry &lt; 0.85.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A654C-9533-4A8F-85B9-CED7BAD3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Result: approximate roll / elevation / azimuth hints for later view synthesis.</a:t>
            </a:r>
          </a:p>
        </p:txBody>
      </p:sp>
    </p:spTree>
    <p:extLst>
      <p:ext uri="{BB962C8B-B14F-4D97-AF65-F5344CB8AC3E}">
        <p14:creationId xmlns:p14="http://schemas.microsoft.com/office/powerpoint/2010/main" val="881777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BC6E1-09B4-4653-9179-9F8A10DB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TRIGENIX  /  FORMULA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B82DC-680C-4419-BB35-AAD0FDCD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Multi-view synthesis · depth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FC05B-11DD-4855-93EC-7ED58235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7D3"/>
          </a:solidFill>
          <a:ln xmlns:a="http://schemas.openxmlformats.org/drawingml/2006/main" w="0">
            <a:solidFill>
              <a:srgbClr val="CED7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16273-EB41-465B-988F-E83451AB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B3ECC-A23E-4ECE-AB06-6C15861B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2877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SIX SYNTHESIZED CAMERA AZIMUTHS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7053C-8849-4F97-BDBD-7AB7618E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52197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θᵢ ∈ {30°, 90°, 150°, 210°, 270°, 330°}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C0F12-CF61-49C5-AA34-DC792AD9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95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Elevations alternate between +20° and −10°. Zero123++ predicts unseen views from the prepared single image; they are generated estimates, not additional observations.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C2E6C-591A-4C0C-BC77-D2E6F0B7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2877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RESEARCH PAPER · PHASE 1 DEPTH UNPROJECTION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AEBB7-37D1-4C3A-AC3B-A8F6C91E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43100"/>
            <a:ext cx="52197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p₍cam₎ = Dᵢ(u,v) K⁻¹ [u  v  1]ᵀ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8F0F5-ACB7-4C44-8973-EC46D009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5219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p₍world₎ = Rᵢ p₍cam₎ + tᵢ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26842-1600-4741-8DC8-A32B7F3A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62350"/>
            <a:ext cx="50006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K is camera intrinsics; Rᵢ,tᵢ are pose; Dᵢ is depth at pixel (u,v). This paper formulation lifts pixels into 3D and can fuse depth across views.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32B78-3D51-4822-B033-BA5E57A6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107442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EB"/>
          </a:solidFill>
          <a:ln xmlns:a="http://schemas.openxmlformats.org/drawingml/2006/main" w="0">
            <a:solidFill>
              <a:srgbClr val="E9EF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C93EF-186D-477E-9D43-51104356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62550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122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Implementation distinction: Depth Anything maps are estimated and saved, but the current TripoSR geometry route disables depth-map geometry input.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C1D7F-B7EE-47FD-9B46-EC7FD673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Paper formulation ≠ current active mesh input</a:t>
            </a:r>
          </a:p>
        </p:txBody>
      </p:sp>
    </p:spTree>
    <p:extLst>
      <p:ext uri="{BB962C8B-B14F-4D97-AF65-F5344CB8AC3E}">
        <p14:creationId xmlns:p14="http://schemas.microsoft.com/office/powerpoint/2010/main" val="14701302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6AF97-0B16-4D86-82B7-C230C06A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TRIGENIX  /  FORMULA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17CF2-BB0C-44A7-A3D5-A6DD84F1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3D reconstruction · TripoSR triplanes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91487-8065-4254-B79C-0FF52AAD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7D3"/>
          </a:solidFill>
          <a:ln xmlns:a="http://schemas.openxmlformats.org/drawingml/2006/main" w="0">
            <a:solidFill>
              <a:srgbClr val="CED7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3BC81-B2EC-4344-BA3B-D78F4850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D38C5-36BB-4398-9305-DF93946C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The active TripoSR path reconstructs a 3D representation from the masked front image. The paper describes the representation with three orthogonal feature planes.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C33D0-AD09-4C8B-8403-0222B114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FEATURE LOOKUP AT 3D POINT (X,Y,Z)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B9293-6667-4641-82B1-71886A92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1074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f(x,y,z) = T₍XY₎[x,y] ⊕ T₍XZ₎[x,z] ⊕ T₍YZ₎[y,z]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17F7A-59AD-4F03-99D1-C32532EC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NEURAL FIELD PREDICTS MATERIAL OCCUPANCY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3FAA4-DA20-42A0-9A1A-EFB90787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1074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MLP(f) → (σ, c)     ·     surface: σ = 0.5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F59E4-A855-4610-BFFA-FA0DF4F4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1033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σ is density / occupancy evidence; c is predicted color. The extracted surface becomes a triangle mesh M=(V,F): vertices V are 3D points, faces F connect them into triangles.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EE535-B39A-4BEC-AD38-5F4588D4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817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Views are primarily used later for repainting; in the current TripoSR path they do not drive the shape reconstruction.</a:t>
            </a:r>
          </a:p>
        </p:txBody>
      </p:sp>
    </p:spTree>
    <p:extLst>
      <p:ext uri="{BB962C8B-B14F-4D97-AF65-F5344CB8AC3E}">
        <p14:creationId xmlns:p14="http://schemas.microsoft.com/office/powerpoint/2010/main" val="20796134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937EE-A5A1-46D6-B324-F618C76B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TRIGENIX  /  FORMULA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7451F-F5ED-4D67-8C38-601DC219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Color processing · regions and representative colors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762D6-7B85-48EC-B5A5-56BF3829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7D3"/>
          </a:solidFill>
          <a:ln xmlns:a="http://schemas.openxmlformats.org/drawingml/2006/main" w="0">
            <a:solidFill>
              <a:srgbClr val="CED7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88C68-2A5D-47AD-9FFA-A07ADBF2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6FC80-0F15-484B-A730-1C8DA2EC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For the paper’s multi-view color pipeline, foreground pixels are grouped in a perceptual feature space. The project uses MiniBatchKMeans with hue, saturation, and value features.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647FE-0A3F-40AB-810A-216AC1EE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4317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ADAPTIVE CLUSTER 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C3D3A-3F24-4D33-8EA0-EC669287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5191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k = min(10, max(4, ⌊n_fg⁰·²⁵⌋))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00772-B709-4D71-A917-3A1BA82E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4905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n_fg is the number of foreground pixels. The fourth-root rule grows k slowly with image size, bounded to 4–10 clusters.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83693-ED3F-441C-A763-A439FC3B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4317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CIRCULAR HUE ENCODING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03978-7C41-4664-A6B5-F875B65D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514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h ↦ (sin h, cos h)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1D89F-E6C0-4FF1-9BFF-841F62A4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495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This avoids treating hues near 0° and 360° as far apart. Saturation/value supplement hue so color regions can be compared more usefully.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125F2-4A65-4519-8192-F10DF2F9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TRIMMED REPRESENTATIVE COLOR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C15E2-9472-4ECA-B941-7404D334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53025"/>
            <a:ext cx="1073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c_region = mean{pᵢ : B₁₅ ≤ bright(pᵢ) ≤ B₈₅}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DEE2A-27B4-495A-A66B-D0BA60D2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959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Discarding brightness extremes reduces the influence of highlights and shadows when estimating a region’s base color.</a:t>
            </a:r>
          </a:p>
        </p:txBody>
      </p:sp>
    </p:spTree>
    <p:extLst>
      <p:ext uri="{BB962C8B-B14F-4D97-AF65-F5344CB8AC3E}">
        <p14:creationId xmlns:p14="http://schemas.microsoft.com/office/powerpoint/2010/main" val="9145101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37614-BAB3-40D1-BF7C-E6998AB6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TRIGENIX  /  FORMULA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EAECB-7422-4912-8707-32D42F9A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Color projection · calibration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A2E26-53EB-4ACE-AC1F-957F9532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7D3"/>
          </a:solidFill>
          <a:ln xmlns:a="http://schemas.openxmlformats.org/drawingml/2006/main" w="0">
            <a:solidFill>
              <a:srgbClr val="CED7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F118A-CAFC-480F-9441-FCD167D2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2BC71-DFC2-44D3-A93B-042D2919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PER-VIEW CHANNEL CALIBRATION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D15B3-B8C8-4071-9E68-8A6596A6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07346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sᵢ = clip(μphoto / μviewᵢ, 0.7, 1.6) ∈ ℝ³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55E38-9948-4702-8096-4ED6409A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1028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Compute a channel-wise mean ratio over the foreground, then clamp the gain so one bright/dark synthesized view cannot dominate.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D5797-5A68-43FF-AF93-D716C3A4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BRIGHTNESS CORRECTION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864B2-E6BD-41E5-915C-9788645F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7346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g = clip(μphoto / μmesh-proj, 0.70, [1.5, 1.8, 1.8])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B3A7A-89BA-47C6-A830-AA3C19B6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This brings projected mesh colors closer to the source photo while limiting correction strength. The project applies channel gains selectively to painted vertices.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8A05D-0A4A-4B71-8EDF-F8DD1238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COMPARE SHAPE AND COLOR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0C386-FAF6-47C0-9215-C37376B3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IoU = |silhouette ∩ mask| / |silhouette ∪ mask|       ·       εc = (1/3) Σk |μmeshᵏ − μphotoᵏ|</a:t>
            </a:r>
          </a:p>
        </p:txBody>
      </p:sp>
    </p:spTree>
    <p:extLst>
      <p:ext uri="{BB962C8B-B14F-4D97-AF65-F5344CB8AC3E}">
        <p14:creationId xmlns:p14="http://schemas.microsoft.com/office/powerpoint/2010/main" val="4341823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B7CC80-0FC3-464A-B81F-92AE000A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TRIGENIX  /  FORMULA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9F222-58D8-4853-A112-3CF3012E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Mesh checks · exports · final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A0F47-A484-4CE1-86FA-5AD1CDF4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7D3"/>
          </a:solidFill>
          <a:ln xmlns:a="http://schemas.openxmlformats.org/drawingml/2006/main" w="0">
            <a:solidFill>
              <a:srgbClr val="CED7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047A9-2413-4238-9B5E-FEE797CB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A0077-E0C3-46C0-977E-195DE91D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PRINT-READY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225DE-0619-4CEF-AF3D-9CAD123A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107442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print_ready = watertight ∧ (components = 1) ∧ (faces ≥ 1000)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17054-7EB3-4AC7-B1E4-CC00FAC8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1074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If units = mm: min(feature size) ≥ 0.8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B8B25-5880-4F8E-9515-5C722ED6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These are structural checks on the generated print mesh. They do not certify that every printer or material will succeed.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C47CC-A822-439A-8057-470A50C8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THE FINAL MODEL PACKAGE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A9A74-9F9A-4817-90B6-BCB6B7DC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14900"/>
            <a:ext cx="10553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Validated upload → prepared subject → generated views → reconstructed mesh → color projection → topology / print checks → GLB, STL, and viewer.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F5398-DA2A-4856-BFB3-46685DF8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solidFill>
              <a:srgbClr val="087E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EF4B2-7672-4250-8606-E910E8F0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429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Research-paper equations are explicitly labeled where the paper method differs from today’s code path.</a:t>
            </a:r>
          </a:p>
        </p:txBody>
      </p:sp>
    </p:spTree>
    <p:extLst>
      <p:ext uri="{BB962C8B-B14F-4D97-AF65-F5344CB8AC3E}">
        <p14:creationId xmlns:p14="http://schemas.microsoft.com/office/powerpoint/2010/main" val="1579276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2026-09-28T03:19:09.1780000Z</dcterms:created>
  <dcterms:modified xsi:type="dcterms:W3CDTF">2026-09-28T03:19:09.1780000Z</dcterms:modified>
</coreProperties>
</file>