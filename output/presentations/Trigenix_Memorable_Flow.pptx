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8b54675b0fd4572" /><Relationship Type="http://schemas.openxmlformats.org/officeDocument/2006/relationships/extended-properties" Target="/docProps/app.xml" Id="Re4864428acec4ec1" /><Relationship Type="http://schemas.openxmlformats.org/officeDocument/2006/relationships/officeDocument" Target="/ppt/presentation.xml" Id="R617dc2e908b44f3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9dda114c54b4562"/>
  </p:sldMasterIdLst>
  <p:notesMasterIdLst>
    <p:notesMasterId xmlns:r="http://schemas.openxmlformats.org/officeDocument/2006/relationships" r:id="Rc03a850ed9f743a1"/>
  </p:notesMasterIdLst>
  <p:sldIdLst>
    <p:sldId xmlns:r="http://schemas.openxmlformats.org/officeDocument/2006/relationships" id="256" r:id="R7b9f1fac7ced418b"/>
    <p:sldId xmlns:r="http://schemas.openxmlformats.org/officeDocument/2006/relationships" id="257" r:id="Rbdefc59e89644647"/>
    <p:sldId xmlns:r="http://schemas.openxmlformats.org/officeDocument/2006/relationships" id="258" r:id="R84debd4b8a0f4aa1"/>
    <p:sldId xmlns:r="http://schemas.openxmlformats.org/officeDocument/2006/relationships" id="259" r:id="Racbf3e72848a476e"/>
    <p:sldId xmlns:r="http://schemas.openxmlformats.org/officeDocument/2006/relationships" id="260" r:id="R9a525963765d4f66"/>
    <p:sldId xmlns:r="http://schemas.openxmlformats.org/officeDocument/2006/relationships" id="261" r:id="R134dabfdb87a4b13"/>
    <p:sldId xmlns:r="http://schemas.openxmlformats.org/officeDocument/2006/relationships" id="262" r:id="Raf10026da73b4b82"/>
    <p:sldId xmlns:r="http://schemas.openxmlformats.org/officeDocument/2006/relationships" id="263" r:id="Rc65e89c225ef476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f6843c3da8b4048" /><Relationship Type="http://schemas.openxmlformats.org/officeDocument/2006/relationships/slideMaster" Target="/ppt/slideMasters/slideMaster1.xml" Id="Rd9dda114c54b4562" /><Relationship Type="http://schemas.openxmlformats.org/officeDocument/2006/relationships/notesMaster" Target="/ppt/notesMasters/notesMaster1.xml" Id="Rc03a850ed9f743a1" /><Relationship Type="http://schemas.openxmlformats.org/officeDocument/2006/relationships/presProps" Target="/ppt/presProps.xml" Id="R89e38e5d0be24feb" /><Relationship Type="http://schemas.openxmlformats.org/officeDocument/2006/relationships/tableStyles" Target="/ppt/tableStyles.xml" Id="R5ecb371376ea4bde" /><Relationship Type="http://schemas.openxmlformats.org/officeDocument/2006/relationships/slide" Target="/ppt/slides/slide1.xml" Id="R7b9f1fac7ced418b" /><Relationship Type="http://schemas.openxmlformats.org/officeDocument/2006/relationships/slide" Target="/ppt/slides/slide2.xml" Id="Rbdefc59e89644647" /><Relationship Type="http://schemas.openxmlformats.org/officeDocument/2006/relationships/slide" Target="/ppt/slides/slide3.xml" Id="R84debd4b8a0f4aa1" /><Relationship Type="http://schemas.openxmlformats.org/officeDocument/2006/relationships/slide" Target="/ppt/slides/slide4.xml" Id="Racbf3e72848a476e" /><Relationship Type="http://schemas.openxmlformats.org/officeDocument/2006/relationships/slide" Target="/ppt/slides/slide5.xml" Id="R9a525963765d4f66" /><Relationship Type="http://schemas.openxmlformats.org/officeDocument/2006/relationships/slide" Target="/ppt/slides/slide6.xml" Id="R134dabfdb87a4b13" /><Relationship Type="http://schemas.openxmlformats.org/officeDocument/2006/relationships/slide" Target="/ppt/slides/slide7.xml" Id="Raf10026da73b4b82" /><Relationship Type="http://schemas.openxmlformats.org/officeDocument/2006/relationships/slide" Target="/ppt/slides/slide8.xml" Id="Rc65e89c225ef476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a02afdc0e14bf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b14db8796f34504" /><Relationship Type="http://schemas.openxmlformats.org/officeDocument/2006/relationships/notesMaster" Target="/ppt/notesMasters/notesMaster1.xml" Id="Red2589735e724bc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8f9d0a7b6468c" /><Relationship Type="http://schemas.openxmlformats.org/officeDocument/2006/relationships/notesMaster" Target="/ppt/notesMasters/notesMaster1.xml" Id="Rfff2c2272da5437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82f2197b094431" /><Relationship Type="http://schemas.openxmlformats.org/officeDocument/2006/relationships/notesMaster" Target="/ppt/notesMasters/notesMaster1.xml" Id="Re2af86758b974f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932e4e8cf974676" /><Relationship Type="http://schemas.openxmlformats.org/officeDocument/2006/relationships/notesMaster" Target="/ppt/notesMasters/notesMaster1.xml" Id="Ra48c9d7859a54e3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1f4d8f938f745ec" /><Relationship Type="http://schemas.openxmlformats.org/officeDocument/2006/relationships/notesMaster" Target="/ppt/notesMasters/notesMaster1.xml" Id="R53fd8660324e4a3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041fc3f5a04c96" /><Relationship Type="http://schemas.openxmlformats.org/officeDocument/2006/relationships/notesMaster" Target="/ppt/notesMasters/notesMaster1.xml" Id="Rff51117f2e314d7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560f3fde6c24c3e" /><Relationship Type="http://schemas.openxmlformats.org/officeDocument/2006/relationships/notesMaster" Target="/ppt/notesMasters/notesMaster1.xml" Id="Re7864435b07a478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52b3c29a65641ce" /><Relationship Type="http://schemas.openxmlformats.org/officeDocument/2006/relationships/notesMaster" Target="/ppt/notesMasters/notesMaster1.xml" Id="R372f22e6730440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Easy reading: all three server gates must pass. Browser MIME checks are only early hints. The server validates configured size, suffix, then Pillow-decoded format before saving under a UUID filename.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rembg model is IS-Net general-use. The project thresholds alpha at 64, cleans connected mask regions and edges, then crops with 12 percent padding.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PCA covariance and eigenvectors are implemented in pose_estimator.py. In plain terms, the major eigenvector identifies the longest direction. Symmetry/aspect heuristics infer roll and other orientation hints; a single 2D silhouette cannot uniquely determine 3D pose.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Zero123++ creates predicted views at six azimuths with alternating elevations. Depth Anything estimates relative depth maps. The paper formula p_cam=D K^-1[u v 1]^T and p_world=R p_cam+t expresses unprojection, but current TripoSR geometry path disables depth map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Research-paper triplane equation: f(x,y,z)=concat(T_XY[x,y],T_XZ[x,z],T_YZ[y,z]); MLP predicts density and color; paper describes surface at sigma=0.5. The code calls TripoSR and extracts a mesh.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adaptive cluster count is k=min(10,max(4,floor(n_fg^0.25))). For n_fg=4096, k=8. Hue sin/cos encoding prevents the hue wraparound problem. Representative color is averaged over pixels between brightness percentiles 15 and 85.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per-view calibration equation s_i=clip(mu_photo/mu_view_i,0.7,1.6) in RGB channels. IoU is intersection over union between rendered silhouette and mask. Color error is mean absolute channel-average difference.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Current print-ready gate requires watertightness, a single connected component, and at least 1,000 faces. With millimeter units, minimum feature size must meet the configured threshold, default 0.8 mm.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13d023a37b4ac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8a85232d094e0d" /><Relationship Type="http://schemas.openxmlformats.org/officeDocument/2006/relationships/slideLayout" Target="/ppt/slideLayouts/slideLayout1.xml" Id="R5e9f54786ded4f9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e9f54786ded4f9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ad5de105ce40b9" /><Relationship Type="http://schemas.openxmlformats.org/officeDocument/2006/relationships/notesSlide" Target="/ppt/notesSlides/notesSlide1.xml" Id="Rf948cde20eef48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f882c1ee94d87" /><Relationship Type="http://schemas.openxmlformats.org/officeDocument/2006/relationships/notesSlide" Target="/ppt/notesSlides/notesSlide2.xml" Id="R0b9e235852ea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701f88134648f2" /><Relationship Type="http://schemas.openxmlformats.org/officeDocument/2006/relationships/notesSlide" Target="/ppt/notesSlides/notesSlide3.xml" Id="Rc5f55401670f438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18b4ecf6e14823" /><Relationship Type="http://schemas.openxmlformats.org/officeDocument/2006/relationships/notesSlide" Target="/ppt/notesSlides/notesSlide4.xml" Id="Ra493ec9556a347b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7218fba85742b2" /><Relationship Type="http://schemas.openxmlformats.org/officeDocument/2006/relationships/notesSlide" Target="/ppt/notesSlides/notesSlide5.xml" Id="Ra9d5fdeff4364c2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742d22d2e44d9b" /><Relationship Type="http://schemas.openxmlformats.org/officeDocument/2006/relationships/notesSlide" Target="/ppt/notesSlides/notesSlide6.xml" Id="R72a0946799c84a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d6f015c9334c46" /><Relationship Type="http://schemas.openxmlformats.org/officeDocument/2006/relationships/notesSlide" Target="/ppt/notesSlides/notesSlide7.xml" Id="R45e0cbdca75c4b1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071959202e434f" /><Relationship Type="http://schemas.openxmlformats.org/officeDocument/2006/relationships/notesSlide" Target="/ppt/notesSlides/notesSlide8.xml" Id="R12d9c5fbb222475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D01DA20-3BDF-4D34-A41E-18DE3795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1482D0-CAB9-4725-9C09-BDF6062DB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01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AA362B-0D3D-4D3F-8C84-D3002FE457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1. Input image · validate · store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BA16E8-5C96-449E-9604-FEA1D590F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server checks the upload before it writes the file to the uploads folder.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EDC13-A191-42C6-B0F7-C6B7C44B7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49058-DBB6-4C49-8C14-A59B387A6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ACB5916-D476-4699-9DBA-78138E9F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095500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CHECK → READ → SAVE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1E1F8-0F62-415B-A05E-CC9E64680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575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ALLOWED IMAGE ENDINGS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ED6475-8AC8-41D9-82EC-097EFA0A2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62350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PNG, JPG, JPEG, and WEBP. The server also limits uploads to 15 MiB.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DFE6938-D710-4F46-9FE6-BD50E27D3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71975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219DC4-D0EC-4257-8BE6-D031680F2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62450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Pillow checks the file bytes—not just the name. “strawberry.png.pdf” ends in .pdf, so the server rejects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622C53-2502-46C6-9396-C514771D8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287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73741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741"/>
                </a:solidFill>
                <a:latin typeface="Arial"/>
                <a:ea typeface="Arial"/>
                <a:cs typeface="Arial"/>
              </a:rPr>
              <a:t>After validation:  uploads / random UUID + original valid ending</a:t>
            </a:r>
          </a:p>
        </p:txBody>
      </p:sp>
    </p:spTree>
    <p:extLst>
      <p:ext uri="{BB962C8B-B14F-4D97-AF65-F5344CB8AC3E}">
        <p14:creationId xmlns:p14="http://schemas.microsoft.com/office/powerpoint/2010/main" val="33512822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0DE445-B27F-4333-9F67-F2C789DEF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3AF25-0463-4174-9168-D69782D23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02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5C397E-B43A-44C6-8A96-EF70EB58F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2. Remove the background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09F46D-F701-47FB-B727-148668FD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rembg predicts which pixels belong to the subject; the mask turns that prediction into a cutout.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A70028-CE28-4E5F-BC00-9A52A900F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17133D-5FEB-4F92-8A91-AAE7E3DA8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A784B0E-9D4C-4A85-A7DD-76B3CAE5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FIND SUBJECT → CUT BACKGROUND → CLEAN EDGES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433331-9A73-482E-9CCE-FCD6BFC7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WHAT DOES REMBG DO?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C1C30B-5886-4784-B53E-7784685B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It gives each pixel a score for “subject” or “background.” The mask keeps the subject pixels.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D3779EC-B42B-4E0C-9256-DF0F096FF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B91377-0785-4004-9C5A-AD414C56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project cleans the outline, crops around the subject, adds a little margin, and centers it on a transparent square.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87C6DF-B169-4B20-893D-FC6CD8A1B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Result: prepared subject image + cleaned silhouette mask</a:t>
            </a:r>
          </a:p>
        </p:txBody>
      </p:sp>
    </p:spTree>
    <p:extLst>
      <p:ext uri="{BB962C8B-B14F-4D97-AF65-F5344CB8AC3E}">
        <p14:creationId xmlns:p14="http://schemas.microsoft.com/office/powerpoint/2010/main" val="842995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B64CA7D-98B4-4A3A-A5ED-DF50D8C31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D4E48D-6E13-457A-B1D3-71CB40A8E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03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DEC71E-DDE3-4F5D-89E5-EB569756E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3. Estimate the object pose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AFEC60-1A72-4E91-8C7E-BA3C625E3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project studies the 2D silhouette to guess how the object is tilted.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A2B4FF-3365-4E01-AD3B-58B2BF98E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1706A1-41A2-4BA9-A70B-E5D0EA05B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07298B-F697-4322-90CF-03E393D34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OUTLINE → LONGEST DIRECTION → ROUGH TILT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4D4B19-0304-4490-A5C5-DE1551EC4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HOW THE ESTIMATE WORKS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C3B55-CE92-4E09-8173-57115C17E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It finds the longest direction in the object’s outline and uses that to guess its tilt.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2BF7FA-D3F1-4418-88C6-332871E17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45435E0-1281-469E-8776-EF2F6451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It also compares the left and right sides of the outline. A difference can nudge the pose estimate.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5D4DF0-BD06-43DB-988C-AF18A2D6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It is a rough guess from one flat image.</a:t>
            </a:r>
          </a:p>
        </p:txBody>
      </p:sp>
    </p:spTree>
    <p:extLst>
      <p:ext uri="{BB962C8B-B14F-4D97-AF65-F5344CB8AC3E}">
        <p14:creationId xmlns:p14="http://schemas.microsoft.com/office/powerpoint/2010/main" val="19849119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61584E6-F705-4997-B53A-D5D1C7B51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C5A02-2C31-48AC-9383-DDC85E0CA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04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448F87-65CE-482A-87A3-8B41A451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4. Generate views · estimate depth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0B0359C-C33F-4ED0-B901-CC0A7E1D4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single photo does not show every side, so the system predicts extra viewpoints.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14D903-0E87-40A3-B01C-5594A8B4D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C5B6D3-1289-4945-8F86-EB305722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BC8661-4553-4CBB-AAF6-FFEF5D73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1 PHOTO → 6 PREDICTED VIEWS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671EC9-0D81-4357-9268-EF3DD16A8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HOW DEPTH HELPS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8F3F563-8E5E-4559-8E27-5C4AD3107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Depth estimates how far a pixel is from the camera. Camera information gives its direction and position.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0552A7D-F85F-4383-8CA2-2A7AD1E97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18FF3B-A421-4C77-861F-43071947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Combine distance and camera direction to estimate where that pixel sits in 3D space.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037307-47BB-4007-B9A8-49E8F8C13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The paper’s depth-fusion equation is not used as TripoSR geometry input in the current route.</a:t>
            </a:r>
          </a:p>
        </p:txBody>
      </p:sp>
    </p:spTree>
    <p:extLst>
      <p:ext uri="{BB962C8B-B14F-4D97-AF65-F5344CB8AC3E}">
        <p14:creationId xmlns:p14="http://schemas.microsoft.com/office/powerpoint/2010/main" val="203157630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FAA9C0-29E6-4DB0-AA32-24BDFCE21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FC3F0E-8495-4BF5-BA66-57B77C85B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05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078E44-5CB9-472C-AAFD-52E2B13D8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5. Reconstruct the 3D shape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7F334A-8C0B-4192-A53C-A8AA549D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TripoSR turns the prepared front image into a neural 3D representation, then extracts a surface.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499B12-EE0C-4E6F-AE0A-D0E07A6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BB5E23-DE93-4451-8913-DBC2AB332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5FC613-7253-4758-B52E-B23D0FE61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47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3 PLANES → 3D SHAPE → TRIANGLE MESH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F7BA77C-7A73-4945-9088-F33299B5A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WHAT DOES THE MODEL COMBINE?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4898CD-2394-4A09-864E-19830DF85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It reads three learned maps that describe the shape from different directions.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527DE1-6A73-4B1B-B6F5-8D37FB69F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B9DAF-2E10-4961-9F8B-CCBE935AC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From those maps it predicts a surface. The surface is stored as points joined by small triangles.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12F9A5-A8DF-4110-9575-5D0087578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Current TripoSR shape is built mainly from the masked front image.</a:t>
            </a:r>
          </a:p>
        </p:txBody>
      </p:sp>
    </p:spTree>
    <p:extLst>
      <p:ext uri="{BB962C8B-B14F-4D97-AF65-F5344CB8AC3E}">
        <p14:creationId xmlns:p14="http://schemas.microsoft.com/office/powerpoint/2010/main" val="1952097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00D8EB-A05B-400C-B956-3F8A06AF6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760096-8AE1-46E6-A441-71A1D09D4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06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06E510-60C2-4D7A-BEB9-A4E6B8DD7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6. Group pixels into color regions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7BD5CC-791C-408A-ACF2-9DB81AD5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Foreground pixels are grouped by similar colors so views can help paint the mesh.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2AA4C3-80EF-4E89-840A-5A9EB5DC0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43E617-4551-4AD1-9761-E2FB14B41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145FDA3-B7F2-47D1-BB8E-6A594FA47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SIMILAR COLORS → GROUPS → PAINT THE MODEL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DEB2E7-ECDA-4801-99F6-1F6384C8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HOW MANY GROUPS?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1FFE0E-1D28-4451-9D3D-286907C01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The project chooses between 4 and 10 groups, based on how many subject pixels it finds.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35DE6F-C83F-40ED-89AE-8BC7D01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870B4F-F5C9-4C7D-BE7E-07B3F250D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It groups pixels with similar colors, then ignores unusually dark and bright pixels when choosing each group’s typical color.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19E18F-A4A2-42E0-8DE5-F9C5BAE3D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Think: group similar colors, then paint the matching parts of the model.</a:t>
            </a:r>
          </a:p>
        </p:txBody>
      </p:sp>
    </p:spTree>
    <p:extLst>
      <p:ext uri="{BB962C8B-B14F-4D97-AF65-F5344CB8AC3E}">
        <p14:creationId xmlns:p14="http://schemas.microsoft.com/office/powerpoint/2010/main" val="37795655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DE4D81-B0C5-4069-A2E5-33532FF7F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6BF67B6-46D6-42E0-9E07-6A79C80C9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07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41A05D-FFA0-48DA-9F04-7F9996807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7. Match colors across views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1F4BED-9173-4FC3-A0E8-F3E750F32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Generated views may be too bright or too dark, so the color painter adjusts them.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FC5F12-BF0E-4852-AB8C-4B5A9908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0433A5-7EE6-483B-A17E-B9FB83E8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691ECE-2B8F-4C00-8636-33BB3E5C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COMPARE COLORS → MAKE A SMALL CORRECTION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AC7792-05AF-4D7F-8A73-109795EA7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WHY ADJUST THE COLOR?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E01D55-31D4-460F-B9DF-10BF0798D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AI-generated views can look lighter or darker than the original photo. The project nudges their colors toward the original.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074606-DE3C-4431-BC0D-9AB98C34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1A525-60B4-4682-990C-DEE99735E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The adjustment is kept modest so one unusual generated view does not change the model’s color too much.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17D895-A4AC-47CC-A951-DCA850F7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8645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The project also compares the model outline with the photo’s subject outline.</a:t>
            </a:r>
          </a:p>
        </p:txBody>
      </p:sp>
    </p:spTree>
    <p:extLst>
      <p:ext uri="{BB962C8B-B14F-4D97-AF65-F5344CB8AC3E}">
        <p14:creationId xmlns:p14="http://schemas.microsoft.com/office/powerpoint/2010/main" val="363836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F6DC7E-8F03-419A-8688-706F2E8AA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6670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TRIGENIX     /     FROM PHOTO TO 3D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1429B5-36AB-428E-848A-58F71490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66700"/>
            <a:ext cx="1619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53666D"/>
                </a:solidFill>
                <a:latin typeface="Arial"/>
                <a:ea typeface="Arial"/>
                <a:cs typeface="Arial"/>
              </a:rPr>
              <a:t>08   / 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5D2853-8DE0-4A71-9D6B-F51BFEDD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85800"/>
            <a:ext cx="10953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009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8. Check the mesh · deliver the 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56F18-815E-49C6-B835-DF3D1543C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57300"/>
            <a:ext cx="10763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Before export, the project checks whether the print mesh meets basic structural rules.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E9CC13-0CA6-4E15-8661-F1BB735B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781175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4D8936-648D-4F53-A4AB-135BE8CEA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400800"/>
            <a:ext cx="11049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E0DC"/>
          </a:solidFill>
          <a:ln xmlns:a="http://schemas.openxmlformats.org/drawingml/2006/main" w="0">
            <a:solidFill>
              <a:srgbClr val="D8E0DC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CCBF17-312B-4D3D-B7A4-E33C685D7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43125"/>
            <a:ext cx="106680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E0DC"/>
            </a:solidFill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42D38"/>
                </a:solidFill>
                <a:latin typeface="Arial"/>
                <a:ea typeface="Arial"/>
                <a:cs typeface="Arial"/>
              </a:rPr>
              <a:t>CLOSED + CONNECTED + ENOUGH DETAIL = READY TO CHECK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11CF56-E789-4A53-82F8-B4B8A19E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81375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07F7A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007F7A"/>
                </a:solidFill>
                <a:latin typeface="Arial"/>
                <a:ea typeface="Arial"/>
                <a:cs typeface="Arial"/>
              </a:rPr>
              <a:t>MINIMUM DETAIL SIZE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ABA882-FA2E-4D85-B5DA-B671C081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86175"/>
            <a:ext cx="10382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142D38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42D38"/>
                </a:solidFill>
                <a:latin typeface="Arial"/>
                <a:ea typeface="Arial"/>
                <a:cs typeface="Arial"/>
              </a:rPr>
              <a:t>When dimensions are in millimeters, the smallest feature must be at least 0.8 mm.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F2B36A-F753-4350-AA86-0F01BB2A6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381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A84E"/>
          </a:solidFill>
          <a:ln xmlns:a="http://schemas.openxmlformats.org/drawingml/2006/main" w="0">
            <a:solidFill>
              <a:srgbClr val="D6A84E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44A1C4-B41D-4F33-81EF-B53BE2928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391025"/>
            <a:ext cx="102393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53666D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53666D"/>
                </a:solidFill>
                <a:latin typeface="Arial"/>
                <a:ea typeface="Arial"/>
                <a:cs typeface="Arial"/>
              </a:rPr>
              <a:t>A watertight mesh has no open boundary holes. These checks are useful signals, not a guarantee that every printer will succeed.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34B39F-DF96-4D51-90A0-AC155B10D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103822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FEFEC"/>
          </a:solidFill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73741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73741"/>
                </a:solidFill>
                <a:latin typeface="Arial"/>
                <a:ea typeface="Arial"/>
                <a:cs typeface="Arial"/>
              </a:rPr>
              <a:t>Final path: validated photo → prepared image → views → 3D mesh → color → checks → GLB / STL / viewer</a:t>
            </a:r>
          </a:p>
        </p:txBody>
      </p:sp>
    </p:spTree>
    <p:extLst>
      <p:ext uri="{BB962C8B-B14F-4D97-AF65-F5344CB8AC3E}">
        <p14:creationId xmlns:p14="http://schemas.microsoft.com/office/powerpoint/2010/main" val="16844469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2026-09-28T03:32:14.2790000Z</dcterms:created>
  <dcterms:modified xsi:type="dcterms:W3CDTF">2026-09-28T03:32:14.2790000Z</dcterms:modified>
</coreProperties>
</file>