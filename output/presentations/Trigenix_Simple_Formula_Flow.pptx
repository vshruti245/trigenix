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25545d3824f6f" /><Relationship Type="http://schemas.openxmlformats.org/officeDocument/2006/relationships/extended-properties" Target="/docProps/app.xml" Id="R1f566738265d4f93" /><Relationship Type="http://schemas.openxmlformats.org/officeDocument/2006/relationships/officeDocument" Target="/ppt/presentation.xml" Id="R1624d7b476b443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cf0b6e9dd4759"/>
  </p:sldMasterIdLst>
  <p:notesMasterIdLst>
    <p:notesMasterId xmlns:r="http://schemas.openxmlformats.org/officeDocument/2006/relationships" r:id="R1778837d9ba7488e"/>
  </p:notesMasterIdLst>
  <p:sldIdLst>
    <p:sldId xmlns:r="http://schemas.openxmlformats.org/officeDocument/2006/relationships" id="256" r:id="R277497d2675b4d7f"/>
    <p:sldId xmlns:r="http://schemas.openxmlformats.org/officeDocument/2006/relationships" id="257" r:id="R9745ff5a87c9454b"/>
    <p:sldId xmlns:r="http://schemas.openxmlformats.org/officeDocument/2006/relationships" id="258" r:id="Rd7ba87ee80a54731"/>
    <p:sldId xmlns:r="http://schemas.openxmlformats.org/officeDocument/2006/relationships" id="259" r:id="R51ed4e848881423e"/>
    <p:sldId xmlns:r="http://schemas.openxmlformats.org/officeDocument/2006/relationships" id="260" r:id="Rac6354d99e7e4659"/>
    <p:sldId xmlns:r="http://schemas.openxmlformats.org/officeDocument/2006/relationships" id="261" r:id="Rba5aae01ffc643a3"/>
    <p:sldId xmlns:r="http://schemas.openxmlformats.org/officeDocument/2006/relationships" id="262" r:id="R56d921f9865949d1"/>
    <p:sldId xmlns:r="http://schemas.openxmlformats.org/officeDocument/2006/relationships" id="263" r:id="Ref9d8340faf342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282714752471c" /><Relationship Type="http://schemas.openxmlformats.org/officeDocument/2006/relationships/slideMaster" Target="/ppt/slideMasters/slideMaster1.xml" Id="Rf82cf0b6e9dd4759" /><Relationship Type="http://schemas.openxmlformats.org/officeDocument/2006/relationships/notesMaster" Target="/ppt/notesMasters/notesMaster1.xml" Id="R1778837d9ba7488e" /><Relationship Type="http://schemas.openxmlformats.org/officeDocument/2006/relationships/presProps" Target="/ppt/presProps.xml" Id="R17a231be756b4461" /><Relationship Type="http://schemas.openxmlformats.org/officeDocument/2006/relationships/tableStyles" Target="/ppt/tableStyles.xml" Id="Re0178cadc5cd4b38" /><Relationship Type="http://schemas.openxmlformats.org/officeDocument/2006/relationships/slide" Target="/ppt/slides/slide1.xml" Id="R277497d2675b4d7f" /><Relationship Type="http://schemas.openxmlformats.org/officeDocument/2006/relationships/slide" Target="/ppt/slides/slide2.xml" Id="R9745ff5a87c9454b" /><Relationship Type="http://schemas.openxmlformats.org/officeDocument/2006/relationships/slide" Target="/ppt/slides/slide3.xml" Id="Rd7ba87ee80a54731" /><Relationship Type="http://schemas.openxmlformats.org/officeDocument/2006/relationships/slide" Target="/ppt/slides/slide4.xml" Id="R51ed4e848881423e" /><Relationship Type="http://schemas.openxmlformats.org/officeDocument/2006/relationships/slide" Target="/ppt/slides/slide5.xml" Id="Rac6354d99e7e4659" /><Relationship Type="http://schemas.openxmlformats.org/officeDocument/2006/relationships/slide" Target="/ppt/slides/slide6.xml" Id="Rba5aae01ffc643a3" /><Relationship Type="http://schemas.openxmlformats.org/officeDocument/2006/relationships/slide" Target="/ppt/slides/slide7.xml" Id="R56d921f9865949d1" /><Relationship Type="http://schemas.openxmlformats.org/officeDocument/2006/relationships/slide" Target="/ppt/slides/slide8.xml" Id="Ref9d8340faf342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bce203506b49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7c85cd4a2407c" /><Relationship Type="http://schemas.openxmlformats.org/officeDocument/2006/relationships/notesMaster" Target="/ppt/notesMasters/notesMaster1.xml" Id="Rc02b7e9bc10f43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2504a90f84687" /><Relationship Type="http://schemas.openxmlformats.org/officeDocument/2006/relationships/notesMaster" Target="/ppt/notesMasters/notesMaster1.xml" Id="R4494055ae69448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736cf85ea743ab" /><Relationship Type="http://schemas.openxmlformats.org/officeDocument/2006/relationships/notesMaster" Target="/ppt/notesMasters/notesMaster1.xml" Id="R90f07ab55e8647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d5306b88b452c" /><Relationship Type="http://schemas.openxmlformats.org/officeDocument/2006/relationships/notesMaster" Target="/ppt/notesMasters/notesMaster1.xml" Id="Re078b21b26ce47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172769895e475f" /><Relationship Type="http://schemas.openxmlformats.org/officeDocument/2006/relationships/notesMaster" Target="/ppt/notesMasters/notesMaster1.xml" Id="R177c2aaac13e4d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92562d049a46dc" /><Relationship Type="http://schemas.openxmlformats.org/officeDocument/2006/relationships/notesMaster" Target="/ppt/notesMasters/notesMaster1.xml" Id="R5517855aa532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c55bebcfd84942" /><Relationship Type="http://schemas.openxmlformats.org/officeDocument/2006/relationships/notesMaster" Target="/ppt/notesMasters/notesMaster1.xml" Id="R1144612b62ef42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debe8c48e44759" /><Relationship Type="http://schemas.openxmlformats.org/officeDocument/2006/relationships/notesMaster" Target="/ppt/notesMasters/notesMaster1.xml" Id="R66efc4342d7d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Easy reading: all three server gates must pass. Browser MIME checks are only early hints. The server validates configured size, suffix, then Pillow-decoded format before saving under a UUID filename.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rembg model is IS-Net general-use. The project thresholds alpha at 64, cleans connected mask regions and edges, then crops with 12 percent padding.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covariance and eigenvectors are implemented in pose_estimator.py. In plain terms, the major eigenvector identifies the longest direction. Symmetry/aspect heuristics infer roll and other orientation hints; a single 2D silhouette cannot uniquely determine 3D 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Zero123++ creates predicted views at six azimuths with alternating elevations. Depth Anything estimates relative depth maps. The paper formula p_cam=D K^-1[u v 1]^T and p_world=R p_cam+t expresses unprojection, but current TripoSR geometry path disables depth map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Research-paper triplane equation: f(x,y,z)=concat(T_XY[x,y],T_XZ[x,z],T_YZ[y,z]); MLP predicts density and color; paper describes surface at sigma=0.5. The code calls TripoSR and extracts a mesh.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adaptive cluster count is k=min(10,max(4,floor(n_fg^0.25))). For n_fg=4096, k=8. Hue sin/cos encoding prevents the hue wraparound problem. Representative color is averaged over pixels between brightness percentiles 15 and 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per-view calibration equation s_i=clip(mu_photo/mu_view_i,0.7,1.6) in RGB channels. IoU is intersection over union between rendered silhouette and mask. Color error is mean absolute channel-average difference.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print-ready gate requires watertightness, a single connected component, and at least 1,000 faces. With millimeter units, minimum feature size must meet the configured threshold, default 0.8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eef660b704c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151c75e21a46db" /><Relationship Type="http://schemas.openxmlformats.org/officeDocument/2006/relationships/slideLayout" Target="/ppt/slideLayouts/slideLayout1.xml" Id="R83ff55e36f9642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ff55e36f9642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7025f9c824694" /><Relationship Type="http://schemas.openxmlformats.org/officeDocument/2006/relationships/notesSlide" Target="/ppt/notesSlides/notesSlide1.xml" Id="R472e3200c97c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606a0c8ea476b" /><Relationship Type="http://schemas.openxmlformats.org/officeDocument/2006/relationships/notesSlide" Target="/ppt/notesSlides/notesSlide2.xml" Id="R7600d1013f45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ed080bd7b49c7" /><Relationship Type="http://schemas.openxmlformats.org/officeDocument/2006/relationships/notesSlide" Target="/ppt/notesSlides/notesSlide3.xml" Id="Rc63c8bc7b874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af9b2a546466f" /><Relationship Type="http://schemas.openxmlformats.org/officeDocument/2006/relationships/notesSlide" Target="/ppt/notesSlides/notesSlide4.xml" Id="R6f8f7261f3994e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14c2b74194617" /><Relationship Type="http://schemas.openxmlformats.org/officeDocument/2006/relationships/notesSlide" Target="/ppt/notesSlides/notesSlide5.xml" Id="R2688896b4a5340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041261cc84ffc" /><Relationship Type="http://schemas.openxmlformats.org/officeDocument/2006/relationships/notesSlide" Target="/ppt/notesSlides/notesSlide6.xml" Id="Rbc121bf585304a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fd4cbc0514015" /><Relationship Type="http://schemas.openxmlformats.org/officeDocument/2006/relationships/notesSlide" Target="/ppt/notesSlides/notesSlide7.xml" Id="R06975120ae5b4f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9afaf8a9d4db3" /><Relationship Type="http://schemas.openxmlformats.org/officeDocument/2006/relationships/notesSlide" Target="/ppt/notesSlides/notesSlide8.xml" Id="R1f1adddbd6f643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12152-266E-46B3-BC05-0563473B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75B74-3027-4A64-8E82-A460A81A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01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DF135-49F5-434B-B14A-A308A11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1. Input image · validate ·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A05DD-7B3D-46E0-86D7-8CB1C2CC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server checks the upload before it writes the file to the uploads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869A9-B623-4BE0-92E3-9443EDC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9F187-43E0-45BE-8ED2-CC61899D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A4D2D-D46C-40F6-849A-879B3046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Accept = size OK  AND  image ending allowed  AND  bytes decode as an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5E9EA-1EC7-4E27-9F87-48DCF233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ALLOWED IMAGE ENDINGS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F1C11-71F3-4FB9-BF44-281B6C8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PNG, JPG, JPEG, and WEBP. The server also limits uploads to 15 MiB.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20B60-B49B-4FDB-B823-F13F5B5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779E6-05BD-43FB-AC2F-552A03F4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Pillow checks the file bytes—not just the name. “strawberry.png.pdf” ends in .pdf, so the server rejects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6524B-55B5-40F4-8900-5B6F843F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7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1"/>
                </a:solidFill>
                <a:latin typeface="Arial"/>
                <a:ea typeface="Arial"/>
                <a:cs typeface="Arial"/>
              </a:rPr>
              <a:t>After validation:  uploads / random UUID + original valid ending</a:t>
            </a:r>
          </a:p>
        </p:txBody>
      </p:sp>
    </p:spTree>
    <p:extLst>
      <p:ext uri="{BB962C8B-B14F-4D97-AF65-F5344CB8AC3E}">
        <p14:creationId xmlns:p14="http://schemas.microsoft.com/office/powerpoint/2010/main" val="1331612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292B8-8364-4915-AB88-7E13CBAC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BD4A7-9E48-4EC3-845B-B80654AA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02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9B7E6-A1CE-434B-9250-297FD723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2. Remove the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D88A8-6116-4FC8-8DC0-6D120B8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rembg predicts which pixels belong to the subject; the mask turns that prediction into a cutout.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22966-40F2-4743-BEEF-6A1F3B94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E18D4-803C-479A-BC41-93ED6B3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3084A-69DF-443B-AF38-3077F275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Keep pixel if alpha ≥ 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F4F3C-DBBD-4BF5-86E7-4A103D43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WHAT IS ALPHA?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0DE1D-316A-4AD3-88F9-45897D6F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Alpha is the model’s foreground confidence, represented from transparent to opaque.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7FC3F-57FE-48BD-AEEF-2A8A2714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88FD9-AA2A-4CF9-BDAF-6DB18AC0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project cleans the mask, finds the subject bounds, adds about 12% padding, and centers the cutout on a square transparent image.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519D1-CFA1-4DA5-9C64-4375384D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Result: prepared subject image + cleaned silhouette mask</a:t>
            </a:r>
          </a:p>
        </p:txBody>
      </p:sp>
    </p:spTree>
    <p:extLst>
      <p:ext uri="{BB962C8B-B14F-4D97-AF65-F5344CB8AC3E}">
        <p14:creationId xmlns:p14="http://schemas.microsoft.com/office/powerpoint/2010/main" val="366400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F2019-5DF8-4420-9842-3A342416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A46B7-4366-4636-9020-5B09817B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03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8B9DD-79A3-4878-98F0-90852AEE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3. Estimate the object 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EE001-7C7C-4097-AA20-3F7699DD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project studies the 2D silhouette to guess how the object is tilted.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BFB61-C22F-4DA0-96BA-7FE5687F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DE6F9-A92B-4AF9-BAF5-68B239D9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CE13D-3715-4AE4-9A27-29F8384E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Main direction = the longest spread of foreground pixels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9C358-E414-4F1A-8054-FC9C3721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HOW THE MATH HELPS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7E744-8FCD-4BD3-980B-F9FC5CE8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PCA finds the silhouette’s main axis. Its angle is used as an estimate of object roll.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A46F0-117A-4CDF-A7C6-29EB3AAE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1DDF-76E6-4003-B7B6-0930E1D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symmetry score compares the mask with its left-right mirror. Low symmetry can trigger a small orientation correction.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C6A5B-0F17-42DE-9465-5DC4F4C5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This is a rough 2D heuristic—not a complete 3D pose measurement.</a:t>
            </a:r>
          </a:p>
        </p:txBody>
      </p:sp>
    </p:spTree>
    <p:extLst>
      <p:ext uri="{BB962C8B-B14F-4D97-AF65-F5344CB8AC3E}">
        <p14:creationId xmlns:p14="http://schemas.microsoft.com/office/powerpoint/2010/main" val="553842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17C99-563A-4AA4-94ED-8437A811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DF5C6-5CC0-463D-B58F-C98E493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04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48579-F748-4B46-B386-A2D5A3F3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4. Generate views · estimate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5E45B-DB37-4872-9D74-470F015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single photo does not show every side, so the system predicts extra viewpoints.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A1B50-2028-49D3-95BE-F4E1E1B4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1B253-732B-4AEC-A0AB-75D93E49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71FA0-836D-4F4B-B0C1-0EAC6F1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View angles: 30° · 90° · 150° · 210° · 270° · 330°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12E8B-AD6D-44D3-AAF4-6FD9D88C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DEPTH IN THE RESEARCH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4DC2E-4B91-4231-8518-3E09F629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3D point = pixel depth × camera ray, then rotate and move it into world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F3BB1-2C14-4580-BCCB-5F41A98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F725D-2453-4A44-8C67-C18D5D82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Camera ray comes from the camera calibration; depth says how far the pixel is; camera pose says where the camera 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0CEE8-B168-4107-9CFB-81423B4F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The paper’s depth-fusion equation is not used as TripoSR geometry input in the current route.</a:t>
            </a:r>
          </a:p>
        </p:txBody>
      </p:sp>
    </p:spTree>
    <p:extLst>
      <p:ext uri="{BB962C8B-B14F-4D97-AF65-F5344CB8AC3E}">
        <p14:creationId xmlns:p14="http://schemas.microsoft.com/office/powerpoint/2010/main" val="1976135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25284-9FEF-419B-8727-BFB0233F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5FFD3-AE98-41DA-80FE-0A65693A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05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1F000-1E3C-43F0-9AC2-63BE0E9E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5. Reconstruct the 3D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B1989-2863-45F0-BBE6-BC50C8BE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TripoSR turns the prepared front image into a neural 3D representation, then extracts a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06B85-6AA1-4CA0-816E-798E356B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374D5-D113-48D5-9D45-0F66F395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A6D2C-2470-4B7B-8CEA-A8156091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3 feature planes → 3D features → density + color → mesh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3B183-2388-4D52-8312-2A43D202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WHAT ARE THE 3 PLANES?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AF17F-65D7-4321-BCC0-34D6C9DE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XY, XZ, and YZ planes store learned features. At a 3D location, the model reads all three.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75105-3858-4B75-9316-0E9DFA88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FE440-D7F5-4B4F-B8AC-1769842C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paper describes extracting the visible surface where density reaches 0.5. The result is a mesh: points joined into triangles.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65AC4-1072-49AC-8DB7-CE17F018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Current TripoSR shape is built mainly from the masked front image.</a:t>
            </a:r>
          </a:p>
        </p:txBody>
      </p:sp>
    </p:spTree>
    <p:extLst>
      <p:ext uri="{BB962C8B-B14F-4D97-AF65-F5344CB8AC3E}">
        <p14:creationId xmlns:p14="http://schemas.microsoft.com/office/powerpoint/2010/main" val="1957014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FD104-E8DB-457F-8729-4664404D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363B0-DA99-41B7-A8D5-7AA7E7A2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06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19925-FDF1-441A-9CCD-903000D3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6. Group pixels into color regions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0DA08-CC91-4791-837A-F22F4B9E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Foreground pixels are grouped by similar colors so views can help paint the mesh.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84C1-F2B8-4D60-B2E1-9881FC8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F67BF-9F14-4A23-94E5-0644A8FA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D88C3-36CA-40E3-A171-DC5CECB6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Number of groups = fourth root of foreground pixels, limited to 4–10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6C028-A096-4F0C-8B15-B61F2828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C9F0B-FEB1-4AF4-B82E-641F4BE1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With 4,096 foreground pixels: fourth root = 8, so the algorithm makes 8 color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05051-0FD4-41D4-9381-7A734E4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5F6BE-BFCE-492F-A77F-26CBCA1C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Hue is circular: red near 0° is also near red at 360°. The project encodes hue as (sin hue, cos hue) to represent that.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83142-652F-41D9-BA56-F4A246E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The average color ignores the darkest 15% and brightest 15% of pixels.</a:t>
            </a:r>
          </a:p>
        </p:txBody>
      </p:sp>
    </p:spTree>
    <p:extLst>
      <p:ext uri="{BB962C8B-B14F-4D97-AF65-F5344CB8AC3E}">
        <p14:creationId xmlns:p14="http://schemas.microsoft.com/office/powerpoint/2010/main" val="393370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7C59E-CAD0-4CA6-AC98-5F46A05E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E0816-4408-4439-903E-87DA0A87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07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10C98-E8F4-4A85-9ABD-032426E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7. Match colors across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E6AA0-2FA9-4437-9623-83A54AA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Generated views may be too bright or too dark, so the color painter adjusts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A6639-25AA-4A86-A9AF-833A360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8DE42-3DEF-43D0-AEBA-6456682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0FC0-0C45-46CA-8CCC-6C6E339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Correction = source photo average ÷ generated view average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ECAAF-397E-44AA-BA22-417F2602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WHY LIMIT THE CORRECTION?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91A8B-2FBD-47A3-A848-2229DE3E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The project clamps the adjustment to 0.7–1.6 so a strange generated view cannot cause an extreme color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616CE-B30B-4BBC-865E-D9E35703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80EE3-50FA-498A-B36F-9D679E2A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Color error compares average red, green, and blue values between the painted model and source photo.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5BE41-E648-4D2B-846B-7919DC5B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Silhouette IoU compares overlap: intersection area ÷ union area.</a:t>
            </a:r>
          </a:p>
        </p:txBody>
      </p:sp>
    </p:spTree>
    <p:extLst>
      <p:ext uri="{BB962C8B-B14F-4D97-AF65-F5344CB8AC3E}">
        <p14:creationId xmlns:p14="http://schemas.microsoft.com/office/powerpoint/2010/main" val="1067822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11E6D-58BE-4F85-AC82-42F8CD27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CC45E-3DC4-49D4-878C-119F3AF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08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82DDA-DEB7-4FFA-BAD2-FE2DFA9C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8. Check the mesh · deliver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BC4E6-6198-494D-B1A1-CF6FC61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Before export, the project checks whether the print mesh meets basic structural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AAC53-B4BD-441B-A740-0F8F31B9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97BB4-A0BA-4307-86C4-E502254D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7CA35-FA08-4974-8595-DEE77BA5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Print-ready = closed mesh + one connected part + 1,000+ 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11699-0ACD-409B-8BB6-EDAF5BD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MINIMUM DETAIL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31BD4-3DEC-4FE8-8FB5-E18FF6E4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When dimensions are in millimeters, the smallest feature must be at least 0.8 mm.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A6395-63F5-41CB-9C50-7F204B3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43511-9A63-4903-B9B9-93133579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watertight mesh has no open boundary holes. These checks are useful signals, not a guarantee that every printer will succeed.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2A23A-9311-4B8C-9B2C-3E3C7EBF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7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741"/>
                </a:solidFill>
                <a:latin typeface="Arial"/>
                <a:ea typeface="Arial"/>
                <a:cs typeface="Arial"/>
              </a:rPr>
              <a:t>Final path: validated photo → prepared image → views → 3D mesh → color → checks → GLB / STL / viewer</a:t>
            </a:r>
          </a:p>
        </p:txBody>
      </p:sp>
    </p:spTree>
    <p:extLst>
      <p:ext uri="{BB962C8B-B14F-4D97-AF65-F5344CB8AC3E}">
        <p14:creationId xmlns:p14="http://schemas.microsoft.com/office/powerpoint/2010/main" val="1287872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2026-09-28T03:27:28.8810000Z</dcterms:created>
  <dcterms:modified xsi:type="dcterms:W3CDTF">2026-09-28T03:27:28.8810000Z</dcterms:modified>
</coreProperties>
</file>