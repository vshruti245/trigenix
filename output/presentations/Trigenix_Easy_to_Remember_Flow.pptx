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21250fa9d14ca6" /><Relationship Type="http://schemas.openxmlformats.org/officeDocument/2006/relationships/extended-properties" Target="/docProps/app.xml" Id="R07a8933ae4e94ea3" /><Relationship Type="http://schemas.openxmlformats.org/officeDocument/2006/relationships/officeDocument" Target="/ppt/presentation.xml" Id="Rb87e0476b5c142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8e11ec8e546ab"/>
  </p:sldMasterIdLst>
  <p:notesMasterIdLst>
    <p:notesMasterId xmlns:r="http://schemas.openxmlformats.org/officeDocument/2006/relationships" r:id="Rf749f8f1f9cc4a4c"/>
  </p:notesMasterIdLst>
  <p:sldIdLst>
    <p:sldId xmlns:r="http://schemas.openxmlformats.org/officeDocument/2006/relationships" id="256" r:id="R830f3c5d07d34290"/>
    <p:sldId xmlns:r="http://schemas.openxmlformats.org/officeDocument/2006/relationships" id="257" r:id="Rcd986312a6e64bbf"/>
    <p:sldId xmlns:r="http://schemas.openxmlformats.org/officeDocument/2006/relationships" id="258" r:id="R21e14e9bfaba4f47"/>
    <p:sldId xmlns:r="http://schemas.openxmlformats.org/officeDocument/2006/relationships" id="259" r:id="Rf0d10fddb9cc468d"/>
    <p:sldId xmlns:r="http://schemas.openxmlformats.org/officeDocument/2006/relationships" id="260" r:id="R15af2b13a57f4cec"/>
    <p:sldId xmlns:r="http://schemas.openxmlformats.org/officeDocument/2006/relationships" id="261" r:id="R8fb11d92497e494e"/>
    <p:sldId xmlns:r="http://schemas.openxmlformats.org/officeDocument/2006/relationships" id="262" r:id="R67478ad2f8454c95"/>
    <p:sldId xmlns:r="http://schemas.openxmlformats.org/officeDocument/2006/relationships" id="263" r:id="Rc00517641eb54c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e3c5e5236d4e9d" /><Relationship Type="http://schemas.openxmlformats.org/officeDocument/2006/relationships/slideMaster" Target="/ppt/slideMasters/slideMaster1.xml" Id="Rf4a8e11ec8e546ab" /><Relationship Type="http://schemas.openxmlformats.org/officeDocument/2006/relationships/notesMaster" Target="/ppt/notesMasters/notesMaster1.xml" Id="Rf749f8f1f9cc4a4c" /><Relationship Type="http://schemas.openxmlformats.org/officeDocument/2006/relationships/presProps" Target="/ppt/presProps.xml" Id="Raca319405e1d421f" /><Relationship Type="http://schemas.openxmlformats.org/officeDocument/2006/relationships/tableStyles" Target="/ppt/tableStyles.xml" Id="Rddc221764993454a" /><Relationship Type="http://schemas.openxmlformats.org/officeDocument/2006/relationships/slide" Target="/ppt/slides/slide1.xml" Id="R830f3c5d07d34290" /><Relationship Type="http://schemas.openxmlformats.org/officeDocument/2006/relationships/slide" Target="/ppt/slides/slide2.xml" Id="Rcd986312a6e64bbf" /><Relationship Type="http://schemas.openxmlformats.org/officeDocument/2006/relationships/slide" Target="/ppt/slides/slide3.xml" Id="R21e14e9bfaba4f47" /><Relationship Type="http://schemas.openxmlformats.org/officeDocument/2006/relationships/slide" Target="/ppt/slides/slide4.xml" Id="Rf0d10fddb9cc468d" /><Relationship Type="http://schemas.openxmlformats.org/officeDocument/2006/relationships/slide" Target="/ppt/slides/slide5.xml" Id="R15af2b13a57f4cec" /><Relationship Type="http://schemas.openxmlformats.org/officeDocument/2006/relationships/slide" Target="/ppt/slides/slide6.xml" Id="R8fb11d92497e494e" /><Relationship Type="http://schemas.openxmlformats.org/officeDocument/2006/relationships/slide" Target="/ppt/slides/slide7.xml" Id="R67478ad2f8454c95" /><Relationship Type="http://schemas.openxmlformats.org/officeDocument/2006/relationships/slide" Target="/ppt/slides/slide8.xml" Id="Rc00517641eb54c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d7219398e747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85fbd158f84ac1" /><Relationship Type="http://schemas.openxmlformats.org/officeDocument/2006/relationships/notesMaster" Target="/ppt/notesMasters/notesMaster1.xml" Id="R900d7111d276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a2ceee62a84774" /><Relationship Type="http://schemas.openxmlformats.org/officeDocument/2006/relationships/notesMaster" Target="/ppt/notesMasters/notesMaster1.xml" Id="R9c530b9ba4c14e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8d423bdb3840cb" /><Relationship Type="http://schemas.openxmlformats.org/officeDocument/2006/relationships/notesMaster" Target="/ppt/notesMasters/notesMaster1.xml" Id="R0543f483eeeb45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af48674bb549f2" /><Relationship Type="http://schemas.openxmlformats.org/officeDocument/2006/relationships/notesMaster" Target="/ppt/notesMasters/notesMaster1.xml" Id="R1293ae49bbee4f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79157b98db49d9" /><Relationship Type="http://schemas.openxmlformats.org/officeDocument/2006/relationships/notesMaster" Target="/ppt/notesMasters/notesMaster1.xml" Id="R83f3872db86e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7b3c87418e4240" /><Relationship Type="http://schemas.openxmlformats.org/officeDocument/2006/relationships/notesMaster" Target="/ppt/notesMasters/notesMaster1.xml" Id="R83906a76222d48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9ca03ba0a644ed" /><Relationship Type="http://schemas.openxmlformats.org/officeDocument/2006/relationships/notesMaster" Target="/ppt/notesMasters/notesMaster1.xml" Id="R87e3f2f51d6146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56534040045f9" /><Relationship Type="http://schemas.openxmlformats.org/officeDocument/2006/relationships/notesMaster" Target="/ppt/notesMasters/notesMaster1.xml" Id="R52b407ca07a8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Easy reading: all three server gates must pass. Browser MIME checks are only early hints. The server validates configured size, suffix, then Pillow-decoded format before saving under a UUID filename.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rembg model is IS-Net general-use. The project thresholds alpha at 64, cleans connected mask regions and edges, then crops with 12 percent padding.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covariance and eigenvectors are implemented in pose_estimator.py. In plain terms, the major eigenvector identifies the longest direction. Symmetry/aspect heuristics infer roll and other orientation hints; a single 2D silhouette cannot uniquely determine 3D 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Zero123++ creates predicted views at six azimuths with alternating elevations. Depth Anything estimates relative depth maps. The paper formula p_cam=D K^-1[u v 1]^T and p_world=R p_cam+t expresses unprojection, but current TripoSR geometry path disables depth map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Research-paper triplane equation: f(x,y,z)=concat(T_XY[x,y],T_XZ[x,z],T_YZ[y,z]); MLP predicts density and color; paper describes surface at sigma=0.5. The code calls TripoSR and extracts a mesh.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adaptive cluster count is k=min(10,max(4,floor(n_fg^0.25))). For n_fg=4096, k=8. Hue sin/cos encoding prevents the hue wraparound problem. Representative color is averaged over pixels between brightness percentiles 15 and 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per-view calibration equation s_i=clip(mu_photo/mu_view_i,0.7,1.6) in RGB channels. IoU is intersection over union between rendered silhouette and mask. Color error is mean absolute channel-average difference.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print-ready gate requires watertightness, a single connected component, and at least 1,000 faces. With millimeter units, minimum feature size must meet the configured threshold, default 0.8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00a68025c4b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da062d414a49c0" /><Relationship Type="http://schemas.openxmlformats.org/officeDocument/2006/relationships/slideLayout" Target="/ppt/slideLayouts/slideLayout1.xml" Id="R30a997d89b034d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997d89b034d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b22b135e040b3" /><Relationship Type="http://schemas.openxmlformats.org/officeDocument/2006/relationships/notesSlide" Target="/ppt/notesSlides/notesSlide1.xml" Id="Rba0d816dfcd94b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f07bdff6f422b" /><Relationship Type="http://schemas.openxmlformats.org/officeDocument/2006/relationships/notesSlide" Target="/ppt/notesSlides/notesSlide2.xml" Id="Rb0c44f292fe8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7820f73ea460d" /><Relationship Type="http://schemas.openxmlformats.org/officeDocument/2006/relationships/notesSlide" Target="/ppt/notesSlides/notesSlide3.xml" Id="R17ae7914ef974b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c2365e1f14d9d" /><Relationship Type="http://schemas.openxmlformats.org/officeDocument/2006/relationships/notesSlide" Target="/ppt/notesSlides/notesSlide4.xml" Id="Rba52c87b354b49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2c3c3a60347f5" /><Relationship Type="http://schemas.openxmlformats.org/officeDocument/2006/relationships/notesSlide" Target="/ppt/notesSlides/notesSlide5.xml" Id="R82ac7b35e2b34b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467a4467a4bca" /><Relationship Type="http://schemas.openxmlformats.org/officeDocument/2006/relationships/notesSlide" Target="/ppt/notesSlides/notesSlide6.xml" Id="R7de89746e33d4c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13926e634425" /><Relationship Type="http://schemas.openxmlformats.org/officeDocument/2006/relationships/notesSlide" Target="/ppt/notesSlides/notesSlide7.xml" Id="Rfae4b5bacbe446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ff8da20ef4ced" /><Relationship Type="http://schemas.openxmlformats.org/officeDocument/2006/relationships/notesSlide" Target="/ppt/notesSlides/notesSlide8.xml" Id="Ra513569da35d4f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6BEF7-795A-4BAC-976E-66213774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D7930-3965-4019-A39A-5922869D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01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80FC8-B818-4BEF-9C87-AF680CF8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1. Input image · validate ·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C6FCE-D508-46C4-85F2-B5B4AFE7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server checks the upload before it writes the file to the uploads folder.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44BCD-A8F5-48C7-809E-DBEF0357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9E0AC-BE35-4E47-8614-D10002EC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AE150-6A17-42CC-BC8E-348C091E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CHECK → READ → SAVE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A8B79-6B35-4DA0-A6A9-A5D5C09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ALLOWED IMAGE ENDINGS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33B57-D7FF-43C9-8175-55523888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PNG, JPG, JPEG, and WEBP. The server also limits uploads to 15 MiB.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17FA6-8D27-4549-9204-686E88CD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BE812-9756-41AC-85BD-FC3FEB73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Pillow checks the file bytes—not just the name. “strawberry.png.pdf” ends in .pdf, so the server rejects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F0E14-E18A-438E-AF30-0C69AA71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74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1"/>
                </a:solidFill>
                <a:latin typeface="Arial"/>
                <a:ea typeface="Arial"/>
                <a:cs typeface="Arial"/>
              </a:rPr>
              <a:t>After validation:  uploads / random UUID + original valid ending</a:t>
            </a:r>
          </a:p>
        </p:txBody>
      </p:sp>
    </p:spTree>
    <p:extLst>
      <p:ext uri="{BB962C8B-B14F-4D97-AF65-F5344CB8AC3E}">
        <p14:creationId xmlns:p14="http://schemas.microsoft.com/office/powerpoint/2010/main" val="401874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7C8A8-DD8E-48A4-924F-A125D546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0EC57-01B2-4315-B543-01ADD731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02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BF79B-F2B3-4ACD-8B9D-1C336AE3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2. Remove the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87E8F-7528-44F0-BC0D-C8D53915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rembg predicts which pixels belong to the subject; the mask turns that prediction into a cutout.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CD3F5-F860-4C88-A07F-866C6734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CE266-3570-4E97-AFA2-388434FE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97AD7-B49E-4F7D-AF25-858A006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FIND SUBJECT → CUT BACKGROUND → CLEAN EDGES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E4980-296F-4452-A06D-6EE5F2EC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WHAT IS ALPHA?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8510C-23B2-4EE5-8EA2-D671B13F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Alpha is the model’s foreground confidence, represented from transparent to opaque.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E8A71-0B7D-43B0-A936-1F4CEED5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FB947-6E5C-4191-AD89-10AA342E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project cleans the mask, finds the subject bounds, adds about 12% padding, and centers the cutout on a square transparent image.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CCED3-25BA-4E1E-A727-A755CBD9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Result: prepared subject image + cleaned silhouette mask</a:t>
            </a:r>
          </a:p>
        </p:txBody>
      </p:sp>
    </p:spTree>
    <p:extLst>
      <p:ext uri="{BB962C8B-B14F-4D97-AF65-F5344CB8AC3E}">
        <p14:creationId xmlns:p14="http://schemas.microsoft.com/office/powerpoint/2010/main" val="8007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C3F71-7893-4530-B191-094735D9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AFC26-CD64-4B4D-8013-D746B3BE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03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46640-BE85-468F-91AF-616DA598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3. Estimate the object 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C8A7B-B50C-4819-924F-DC653805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project studies the 2D silhouette to guess how the object is tilted.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69EB9-B70C-4079-8F35-BE6D8496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8F709-C198-4937-9AE7-A106384E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9E9B6-7660-4011-B4C4-08CE616A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OUTLINE → LONGEST DIRECTION → ROUGH TILT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869F6-CF2E-466D-A375-2B983CCA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HOW THE MATH HELPS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FB5FA-3CF4-4DD3-AFB8-63183DE8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PCA finds the silhouette’s main axis. Its angle is used as an estimate of object roll.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3A994-26B2-40CA-910B-DC7733FB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CC8D7-6F5D-40FC-9D77-626BA385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 symmetry score compares the mask with its left-right mirror. Low symmetry can trigger a small orientation correction.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E34BA-0048-413F-817D-C6DEE771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This is a rough 2D heuristic—not a complete 3D pose measurement.</a:t>
            </a:r>
          </a:p>
        </p:txBody>
      </p:sp>
    </p:spTree>
    <p:extLst>
      <p:ext uri="{BB962C8B-B14F-4D97-AF65-F5344CB8AC3E}">
        <p14:creationId xmlns:p14="http://schemas.microsoft.com/office/powerpoint/2010/main" val="1992099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3739A-E17F-4787-B7CE-DFC5EACF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1029B-A9CC-4448-936B-F0017630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04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66A87-0C53-448D-8E72-B635B76F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4. Generate views · estimate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3AF8F-6B41-4FDA-8F7F-F65438C2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 single photo does not show every side, so the system predicts extra viewpoints.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3672A-20E9-42C8-AB7C-8F20AD05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2CC27-AA3C-4D2E-9974-D809ADEA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471CD-A54C-431E-9A09-1998EC5D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1 PHOTO → 6 PREDICTED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5C914-0E41-4A86-9832-645D8074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DEPTH IN THE RESEARCH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EA5E4-BAD1-47CF-8C9B-F8D59095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3D point = pixel depth × camera ray, then rotate and move it into world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EB7B6-E202-42AE-A183-310535D0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44E85-36E9-4C60-9B57-B41EF81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Camera ray comes from the camera calibration; depth says how far the pixel is; camera pose says where the camera 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FDC33-751A-4556-9CE4-B6589D71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The paper’s depth-fusion equation is not used as TripoSR geometry input in the current route.</a:t>
            </a:r>
          </a:p>
        </p:txBody>
      </p:sp>
    </p:spTree>
    <p:extLst>
      <p:ext uri="{BB962C8B-B14F-4D97-AF65-F5344CB8AC3E}">
        <p14:creationId xmlns:p14="http://schemas.microsoft.com/office/powerpoint/2010/main" val="1362899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7A04-E9FC-4C41-8709-6ECB6D78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D154F-8A88-4AF8-81AF-443BC01F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05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BB366-972C-47A4-881C-765053E9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5. Reconstruct the 3D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62BEE-B843-48B9-AB85-A3053B88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TripoSR turns the prepared front image into a neural 3D representation, then extracts a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3038C-47E7-49B4-B6A2-D777FE89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552F8-FFF9-4868-B60E-EE7B54E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102AA-7C34-48D4-9E64-7359A488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3 PLANES → 3D SHAPE → TRIANGLE MESH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04BC3-4D26-4406-9BE6-57601206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WHAT ARE THE 3 PLANES?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51F2E-0ED2-4B52-A392-7E43A81F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XY, XZ, and YZ planes store learned features. At a 3D location, the model reads all three.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58A78-FB3A-4307-AC18-74AD2EA1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3D572-9BB2-4DF3-A8FE-EC3F0FAF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paper describes extracting the visible surface where density reaches 0.5. The result is a mesh: points joined into triangles.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8C887-029E-424B-B679-B46EFC88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Current TripoSR shape is built mainly from the masked front image.</a:t>
            </a:r>
          </a:p>
        </p:txBody>
      </p:sp>
    </p:spTree>
    <p:extLst>
      <p:ext uri="{BB962C8B-B14F-4D97-AF65-F5344CB8AC3E}">
        <p14:creationId xmlns:p14="http://schemas.microsoft.com/office/powerpoint/2010/main" val="1509624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A1D0F-AFC9-4191-B851-B1584D95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2FBA3-F905-40D3-8250-DE3B155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06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13951-8E6C-4BBE-A023-95A55B65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6. Group pixels into color regions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5E4EB-1001-4F62-AD46-5894B04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Foreground pixels are grouped by similar colors so views can help paint the mesh.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E7B23-06F1-4AFF-9814-B806E0CC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407AD-A33A-43F5-91B0-3D58AD89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2C23E-AC10-41EF-BA45-E2DBF3E0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SIMILAR COLORS → GROUPS → PAINT THE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3BDF5-729F-47DE-9716-253E9224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1DE9F-62B4-417D-B5D3-893128C2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With 4,096 foreground pixels: fourth root = 8, so the algorithm makes 8 color groups.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42B4A-FC39-4549-9D54-8EF9281D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28261-3E27-4097-BC7D-905F4D05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Hue is circular: red near 0° is also near red at 360°. The project encodes hue as (sin hue, cos hue) to represent that.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9B330-0050-4F46-88BC-4A8A74C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The average color ignores the darkest 15% and brightest 15% of pixels.</a:t>
            </a:r>
          </a:p>
        </p:txBody>
      </p:sp>
    </p:spTree>
    <p:extLst>
      <p:ext uri="{BB962C8B-B14F-4D97-AF65-F5344CB8AC3E}">
        <p14:creationId xmlns:p14="http://schemas.microsoft.com/office/powerpoint/2010/main" val="1539825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2B544-853E-48A9-942B-AC7F2FE8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DEB2C-8195-45FD-B926-40375C17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07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50B78-AE9C-4333-83F5-4DD2A73A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7. Match colors across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1AC6-9948-4B2B-9CC8-F0420B2F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Generated views may be too bright or too dark, so the color painter adjusts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CB592-1382-44F3-8127-F826DA4F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29309-7EC0-4F11-A8FD-1AE1BBC7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0B8CB-6626-4B1C-B91E-E5EE70DE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COMPARE COLORS → MAKE A SMALL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6063A-41E5-4AFF-99BE-44E517DC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WHY LIMIT THE CORRECTION?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35D4C-1E70-4ABF-89DD-FD5FC9F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The project clamps the adjustment to 0.7–1.6 so a strange generated view cannot cause an extreme color 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36E7B-9663-4829-B8C2-8347936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7AC88-A002-4061-B12D-56ECECCC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Color error compares average red, green, and blue values between the painted model and source photo.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1A6E3-5E23-4694-83A5-8E6F996D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Silhouette IoU compares overlap: intersection area ÷ union area.</a:t>
            </a:r>
          </a:p>
        </p:txBody>
      </p:sp>
    </p:spTree>
    <p:extLst>
      <p:ext uri="{BB962C8B-B14F-4D97-AF65-F5344CB8AC3E}">
        <p14:creationId xmlns:p14="http://schemas.microsoft.com/office/powerpoint/2010/main" val="2116966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FD5CD-FC04-45B6-A7ED-CA940DCA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3E130-214E-4FAE-89D3-4C2A6396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08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D2396-8C7C-4760-AFE1-20D73973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8. Check the mesh · deliver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5CB67-2F96-476D-ABFE-5FEB3142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Before export, the project checks whether the print mesh meets basic structural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5A214-89BD-4567-91F4-B0F7364C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B81E6-7BCB-4387-A8AA-89FE6568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D6D02-D3EF-4FC2-8F72-3A5C086A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CLOSED + CONNECTED + ENOUGH DETAIL = READY TO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1B276-07F5-459D-83D0-CCAC5ED6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MINIMUM DETAIL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33580-4B55-4C6D-98BD-330F0544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When dimensions are in millimeters, the smallest feature must be at least 0.8 mm.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3488A-C6A0-4E38-A943-FEE7B249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BA5A1-07E8-4771-92E3-2093C982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 watertight mesh has no open boundary holes. These checks are useful signals, not a guarantee that every printer will succeed.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84F11-5597-49C0-B74B-7A07C37B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7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741"/>
                </a:solidFill>
                <a:latin typeface="Arial"/>
                <a:ea typeface="Arial"/>
                <a:cs typeface="Arial"/>
              </a:rPr>
              <a:t>Final path: validated photo → prepared image → views → 3D mesh → color → checks → GLB / STL / viewer</a:t>
            </a:r>
          </a:p>
        </p:txBody>
      </p:sp>
    </p:spTree>
    <p:extLst>
      <p:ext uri="{BB962C8B-B14F-4D97-AF65-F5344CB8AC3E}">
        <p14:creationId xmlns:p14="http://schemas.microsoft.com/office/powerpoint/2010/main" val="1238310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2026-09-28T03:31:07.5460000Z</dcterms:created>
  <dcterms:modified xsi:type="dcterms:W3CDTF">2026-09-28T03:31:07.5460000Z</dcterms:modified>
</coreProperties>
</file>