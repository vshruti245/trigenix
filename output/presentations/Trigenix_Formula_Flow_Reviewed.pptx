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2b0d9377154fa1" /><Relationship Type="http://schemas.openxmlformats.org/officeDocument/2006/relationships/extended-properties" Target="/docProps/app.xml" Id="R48f653e54d1f4675" /><Relationship Type="http://schemas.openxmlformats.org/officeDocument/2006/relationships/officeDocument" Target="/ppt/presentation.xml" Id="Rcaa1d159f9d540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5c58f9efbd496a"/>
  </p:sldMasterIdLst>
  <p:notesMasterIdLst>
    <p:notesMasterId xmlns:r="http://schemas.openxmlformats.org/officeDocument/2006/relationships" r:id="R91f5e24135d74fd1"/>
  </p:notesMasterIdLst>
  <p:sldIdLst>
    <p:sldId xmlns:r="http://schemas.openxmlformats.org/officeDocument/2006/relationships" id="256" r:id="Rcfc6332cd3864d60"/>
    <p:sldId xmlns:r="http://schemas.openxmlformats.org/officeDocument/2006/relationships" id="257" r:id="R389c521e9ad84a1e"/>
    <p:sldId xmlns:r="http://schemas.openxmlformats.org/officeDocument/2006/relationships" id="258" r:id="R99d140edcefd4820"/>
    <p:sldId xmlns:r="http://schemas.openxmlformats.org/officeDocument/2006/relationships" id="259" r:id="R532e431a60a742e9"/>
    <p:sldId xmlns:r="http://schemas.openxmlformats.org/officeDocument/2006/relationships" id="260" r:id="Rc46ffddfe2df40da"/>
    <p:sldId xmlns:r="http://schemas.openxmlformats.org/officeDocument/2006/relationships" id="261" r:id="Re7d075b9aff5415f"/>
    <p:sldId xmlns:r="http://schemas.openxmlformats.org/officeDocument/2006/relationships" id="262" r:id="R3c4cc208415f48bb"/>
    <p:sldId xmlns:r="http://schemas.openxmlformats.org/officeDocument/2006/relationships" id="263" r:id="Rc25e5e614c3642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b3b713883a4e12" /><Relationship Type="http://schemas.openxmlformats.org/officeDocument/2006/relationships/slideMaster" Target="/ppt/slideMasters/slideMaster1.xml" Id="Rfe5c58f9efbd496a" /><Relationship Type="http://schemas.openxmlformats.org/officeDocument/2006/relationships/notesMaster" Target="/ppt/notesMasters/notesMaster1.xml" Id="R91f5e24135d74fd1" /><Relationship Type="http://schemas.openxmlformats.org/officeDocument/2006/relationships/presProps" Target="/ppt/presProps.xml" Id="R4e5704dc1dce4e4b" /><Relationship Type="http://schemas.openxmlformats.org/officeDocument/2006/relationships/tableStyles" Target="/ppt/tableStyles.xml" Id="R992b4ed326c740a6" /><Relationship Type="http://schemas.openxmlformats.org/officeDocument/2006/relationships/slide" Target="/ppt/slides/slide1.xml" Id="Rcfc6332cd3864d60" /><Relationship Type="http://schemas.openxmlformats.org/officeDocument/2006/relationships/slide" Target="/ppt/slides/slide2.xml" Id="R389c521e9ad84a1e" /><Relationship Type="http://schemas.openxmlformats.org/officeDocument/2006/relationships/slide" Target="/ppt/slides/slide3.xml" Id="R99d140edcefd4820" /><Relationship Type="http://schemas.openxmlformats.org/officeDocument/2006/relationships/slide" Target="/ppt/slides/slide4.xml" Id="R532e431a60a742e9" /><Relationship Type="http://schemas.openxmlformats.org/officeDocument/2006/relationships/slide" Target="/ppt/slides/slide5.xml" Id="Rc46ffddfe2df40da" /><Relationship Type="http://schemas.openxmlformats.org/officeDocument/2006/relationships/slide" Target="/ppt/slides/slide6.xml" Id="Re7d075b9aff5415f" /><Relationship Type="http://schemas.openxmlformats.org/officeDocument/2006/relationships/slide" Target="/ppt/slides/slide7.xml" Id="R3c4cc208415f48bb" /><Relationship Type="http://schemas.openxmlformats.org/officeDocument/2006/relationships/slide" Target="/ppt/slides/slide8.xml" Id="Rc25e5e614c3642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dee8e4ef3447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a003cd980c4815" /><Relationship Type="http://schemas.openxmlformats.org/officeDocument/2006/relationships/notesMaster" Target="/ppt/notesMasters/notesMaster1.xml" Id="R7eb1741d1f0b4d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56dd5b829d4bd4" /><Relationship Type="http://schemas.openxmlformats.org/officeDocument/2006/relationships/notesMaster" Target="/ppt/notesMasters/notesMaster1.xml" Id="R2a09f6ac00004f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3f1b12ff3343e3" /><Relationship Type="http://schemas.openxmlformats.org/officeDocument/2006/relationships/notesMaster" Target="/ppt/notesMasters/notesMaster1.xml" Id="Rf7c48b6d41c747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48d8887a1d4983" /><Relationship Type="http://schemas.openxmlformats.org/officeDocument/2006/relationships/notesMaster" Target="/ppt/notesMasters/notesMaster1.xml" Id="R0830c0e1fba040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0f0aa91dad48d7" /><Relationship Type="http://schemas.openxmlformats.org/officeDocument/2006/relationships/notesMaster" Target="/ppt/notesMasters/notesMaster1.xml" Id="R35cf5d5b4e4945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2c2a20407845e5" /><Relationship Type="http://schemas.openxmlformats.org/officeDocument/2006/relationships/notesMaster" Target="/ppt/notesMasters/notesMaster1.xml" Id="Rbe44fafa7ba947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c2dfb985d04b01" /><Relationship Type="http://schemas.openxmlformats.org/officeDocument/2006/relationships/notesMaster" Target="/ppt/notesMasters/notesMaster1.xml" Id="R1f514351ba1641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a27db9602a4997" /><Relationship Type="http://schemas.openxmlformats.org/officeDocument/2006/relationships/notesMaster" Target="/ppt/notesMasters/notesMaster1.xml" Id="R8c1cda97e12549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project facts: the frontend quality checker uses the luminance and thresholds shown. Server validates configured size, final filename extension and actual Pillow-decoded format; it reads the upload into memory and saves only after validation. UUID is used for the stored filename. MIME/accept are client hints, not server authority. Sources: JS/DropImage.js; server.py. Research paper is not the source of these upload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project uses rembg with IS-Net general-use session. It thresholds alpha at configured default 64, applies mask cleanup and crops with 12% padding. Exact sequence is in the preparation helpers; this formula notation expresses the implemented threshold and crop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equations summarize pose_estimator.py. PCA covariance/eigendecomposition is exact; interpreting the 2D major axis as object roll and symmetry/aspect thresholds to infer other angles are project heuristics. A single silhouette cannot determine full 3D pose uniquely.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research paper gives the camera unprojection and world transform in its Phase 1 depth-fusion approach. Current project synthesizes views and estimates relative depths, but reconstructor.py sets depth_maps false for TripoSR geometry. Clearly keep the paper method distinct from the active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Triplane formula and sigma=0.5 threshold are stated by the research paper’s method. Current code calls the TripoSR model and extract_mesh; the paper equation is explanatory formulation of the representation, not a line-by-line implementation formula. Current route uses the masked front image for shape; generated views feed color projection.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adaptive k formula and brightness percentile-trimmed mean match current project color painting logic and the paper’s described method. Current implementation uses hue sin/cos along with saturation/value features; clustering is over foreground pixels.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Calibration, selective brightness correction, silhouette IoU, and mean per-channel absolute color error are from the paper formulation and align with current code behavior. Current channel clipping for brightness differs slightly by channel (paper’s reported upper bounds shown above); treat as paper equation, while current values should be checked against the implementation when presenting exact parameterization.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print-ready test checks watertightness, one connected component, minimum 1000 faces, and configured minimum feature size when units are millimeters (default 0.8 mm). Outputs include model assets and quality report; exports/profile options depend on backend and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c87e17c064b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93feac20224491" /><Relationship Type="http://schemas.openxmlformats.org/officeDocument/2006/relationships/slideLayout" Target="/ppt/slideLayouts/slideLayout1.xml" Id="Raf2469e67e084b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2469e67e084b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a283954ad4ae8" /><Relationship Type="http://schemas.openxmlformats.org/officeDocument/2006/relationships/notesSlide" Target="/ppt/notesSlides/notesSlide1.xml" Id="R7f051b3689b348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31ec654ee40ae" /><Relationship Type="http://schemas.openxmlformats.org/officeDocument/2006/relationships/notesSlide" Target="/ppt/notesSlides/notesSlide2.xml" Id="R93545ac3090c46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64c820cbc4203" /><Relationship Type="http://schemas.openxmlformats.org/officeDocument/2006/relationships/notesSlide" Target="/ppt/notesSlides/notesSlide3.xml" Id="Rdbb26f8e548045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fda6670484261" /><Relationship Type="http://schemas.openxmlformats.org/officeDocument/2006/relationships/notesSlide" Target="/ppt/notesSlides/notesSlide4.xml" Id="R0c66f9ea522643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228d283a04a26" /><Relationship Type="http://schemas.openxmlformats.org/officeDocument/2006/relationships/notesSlide" Target="/ppt/notesSlides/notesSlide5.xml" Id="R9d0a09f9c1d546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2393bf9c54134" /><Relationship Type="http://schemas.openxmlformats.org/officeDocument/2006/relationships/notesSlide" Target="/ppt/notesSlides/notesSlide6.xml" Id="R79b4a81cb6384c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10e476ab24e39" /><Relationship Type="http://schemas.openxmlformats.org/officeDocument/2006/relationships/notesSlide" Target="/ppt/notesSlides/notesSlide7.xml" Id="R25b6998833f44b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228af44ee4cdb" /><Relationship Type="http://schemas.openxmlformats.org/officeDocument/2006/relationships/notesSlide" Target="/ppt/notesSlides/notesSlide8.xml" Id="R1a893ec5ca184b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1ECFC-89C0-4257-AAE5-70C34A6B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AC2F5-9240-4829-9A12-BC12184B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Input image · validate ·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2A3F8-C11D-4C3E-AB49-520FAF10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B7549-748D-43CF-8FD0-93A3EC01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0F02D-4F19-4B35-AAAD-A5C50AED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PHOTO SCREENING IN 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F5331-B99D-4A2B-8653-CAF40048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048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Y = 0.299R + 0.587G + 0.114B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E8A81-6E9A-405B-936E-16F1EEF9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μY = (1/N) ΣY     ·     σ²Y = (1/N) Σ(Y − μY)²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46EF7-B199-448D-A9C1-BB920D06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Warnings: μY &lt; 40 or &gt; 220; σ²Y &lt; 200. Also check min(W,H) &lt; 256 px, corner range &gt; 80, and estimated foreground &lt; 5%. These are browser-side heuristics.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3825C-377F-4C4C-B1F9-2669687C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SERVER ACCEPTANCE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BB20F-88B7-44B6-8386-F7796EB3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76425"/>
            <a:ext cx="5286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ACCEPT = SizeOK ∧ ExtOK ∧ PillowVerify ∧ FormatOK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82E27-9CAA-4C68-84C3-E5796484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6525"/>
            <a:ext cx="5048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Size ≤ 15 MiB  ·  suffix ∈ {PNG, JPG, JPEG, WEBP}</a:t>
            </a:r>
          </a:p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Pillow decodes/verifies the bytes; detected format must be PNG, JPEG, or WEBP.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7444E-E689-480F-BB49-111238A0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ONLY AFTER VALIDATION: PERSISTENT 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E7FFD-E215-4CAE-A0BC-75184B1A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8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path = uploads / (UUID₄ + validated_suffix)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13456-BC0C-479E-AAAC-A0BF413E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76800"/>
            <a:ext cx="5000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The browser MIME value is an early hint. Server-side Pillow checks the file contents. A name like strawberry.png.pdf ends in .pdf and fails the suffix gate.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E0E2A-BF00-4019-B835-31983480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Select → browser warnings → POST /upload → validate bytes → save</a:t>
            </a:r>
          </a:p>
        </p:txBody>
      </p:sp>
    </p:spTree>
    <p:extLst>
      <p:ext uri="{BB962C8B-B14F-4D97-AF65-F5344CB8AC3E}">
        <p14:creationId xmlns:p14="http://schemas.microsoft.com/office/powerpoint/2010/main" val="1512421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71D06-833E-474F-8564-A1E10604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B7B84-5D61-4E47-86BA-B133F6C3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Image processing · rembg mask and crop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285A7-C309-425E-AC53-E2CF0EB0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4D902-697A-4FBA-A437-5D01781F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347E0-8446-45ED-8316-830B2BB4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FOREGROUND SEGMENTATION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E585C-D50A-4DD1-B720-AB71382C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667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IS-Net estimates a per-pixel foreground probability / alpha map. The network learns visual cues from examples; it does not apply a fixed “white background = background” rule.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CA624-6B42-42CD-8FBD-9E8420D2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762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M₀(x,y) = 1[α(x,y) ≥ 64]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44475-D0EF-47DA-8D97-5A5508E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57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Current code then cleans the binary mask: min filtering, largest connected component, dilation, Gaussian edge smoothing, and thresholding again.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E54ED-30AF-4B7A-94AA-939C9F86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906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CROP, PAD, CENTER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D44B8-9C4A-4C97-A5A3-762912E6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5238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B = bbox{(x,y) : M(x,y)=1}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B5AF8-A963-43F9-80E5-135FC52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95575"/>
            <a:ext cx="5238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pad = 0.12 × max(width(B), height(B))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3F244-9852-4EAA-8B6F-23DF9555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48050"/>
            <a:ext cx="5048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The padded subject crop is placed in a square transparent canvas and saved as the prepared/masked image. Alpha preserves the cutout boundary for later stages.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67847-F16A-4CF1-A93A-A0D7BEB4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523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8"/>
          </a:solidFill>
          <a:ln xmlns:a="http://schemas.openxmlformats.org/drawingml/2006/main" w="0">
            <a:solidFill>
              <a:srgbClr val="DCEB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9BCAA-3A60-4F5F-9476-BCAA1771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95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98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Output: RGBA subject image + cleaned silhouette mask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FC8B3-C244-46CE-964A-1FACD8D6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Segmentation identifies likely subject pixels; it does not identify the object’s category or guarantee perfect edges.</a:t>
            </a:r>
          </a:p>
        </p:txBody>
      </p:sp>
    </p:spTree>
    <p:extLst>
      <p:ext uri="{BB962C8B-B14F-4D97-AF65-F5344CB8AC3E}">
        <p14:creationId xmlns:p14="http://schemas.microsoft.com/office/powerpoint/2010/main" val="543721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4C98D-8CEE-406A-957C-2A1D2E61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2D3A2-F70B-45DF-ABBE-DD57C547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Pose estimation · 2D silhouette heuristics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AD4CD-3192-46E9-AF10-51BBF3CF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59FC0-2FA7-4523-BDA3-984EBD71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F122E-ECE7-439B-8BFC-83E20A24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63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Before generating views, the project estimates coarse orientation from the foreground mask. It is a heuristic pose guess, not a learned 3D pose solver.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3628A-DC73-40EC-9F29-20F20521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PCA ORIENTATION OF FOREGROUND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DC6E5-C673-4F85-BABE-B79A4B89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5048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 = (1/n) Σᵢ (pᵢ − μ)(pᵢ − μ)ᵀ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AC47B-AC2E-41EF-8A43-BAB18792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5048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 vⱼ = λⱼ vⱼ     ·     θ = atan2(vmajor,y, vmajor,x)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D5505-3895-458B-AEB4-859B0AE8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9600"/>
            <a:ext cx="481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Eigenvectors give the major and minor axes of the 2D silhouette. The major axis angle estimates roll; eigenvalues describe elongation.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B9CB0-B509-4C92-A0C3-0E5F580A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SYMMETRY AND DECISION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51791-29F9-43D1-9D0A-5DD81857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52197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S = Σ min(M, flip(M)) / Σ max(M, flip(M))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80307-32A3-4D9D-AB92-6A95998E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52825"/>
            <a:ext cx="5219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aspect = √λmin / √λmax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014C0-0C38-43A0-883E-7A6373DF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14825"/>
            <a:ext cx="49530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Roll correction is applied only when aspect &lt; 0.65 and symmetry &lt; 0.80, then clipped to ±40°. Silhouette left/right imbalance can nudge azimuth when symmetry &lt; 0.85.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6C4EC-D564-4A59-97B2-9B1CB8A6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Result: approximate roll / elevation / azimuth hints for later view synthesis.</a:t>
            </a:r>
          </a:p>
        </p:txBody>
      </p:sp>
    </p:spTree>
    <p:extLst>
      <p:ext uri="{BB962C8B-B14F-4D97-AF65-F5344CB8AC3E}">
        <p14:creationId xmlns:p14="http://schemas.microsoft.com/office/powerpoint/2010/main" val="537067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291DD-E711-46FE-AFDB-BEEAD8D7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DA56B-A6B4-437E-ABCB-EE85BD76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Multi-view synthesis · depth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B9C6C-B2C2-4916-97AC-E0A4EBB0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074B2-EA46-47C6-B104-A333E712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6CB7C-275A-4B79-B83E-4D27D66F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SIX SYNTHESIZED CAMERA AZIMUTHS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1F778-3E1D-41F9-932B-00F8D7E7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52197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θᵢ ∈ {30°, 90°, 150°, 210°, 270°, 330°}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F7E2F-F62B-4B1E-BCE3-0C3D38BC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Elevations alternate between +20° and −10°. Zero123++ predicts unseen views from the prepared single image; they are generated estimates, not additional observations.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8045B-B9D5-489D-9878-C87E2FF7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287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RESEARCH PAPER · PHASE 1 DEPTH UNPROJECTION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8A8AB-61DE-48B0-9F90-9303BE79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43100"/>
            <a:ext cx="5219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p₍cam₎ = Dᵢ(u,v) K⁻¹ [u  v  1]ᵀ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795A7-441C-46F1-9F91-63AC904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521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p₍world₎ = Rᵢ p₍cam₎ + tᵢ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B9918-0EDF-4048-A024-887C2239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5000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K is camera intrinsics; Rᵢ,tᵢ are pose; Dᵢ is depth at pixel (u,v). This paper formulation lifts pixels into 3D and can fuse depth across views.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97173-DBEA-40BE-96C0-491E4BED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107442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B"/>
          </a:solidFill>
          <a:ln xmlns:a="http://schemas.openxmlformats.org/drawingml/2006/main" w="0">
            <a:solidFill>
              <a:srgbClr val="E9EF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12847-E2FA-4E61-8A9F-AEA26546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6255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122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Implementation distinction: Depth Anything maps are estimated and saved, but the current TripoSR geometry route disables depth-map geometry input.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483A3-7984-4C8A-97B9-84F82542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Paper formulation ≠ current active mesh input</a:t>
            </a:r>
          </a:p>
        </p:txBody>
      </p:sp>
    </p:spTree>
    <p:extLst>
      <p:ext uri="{BB962C8B-B14F-4D97-AF65-F5344CB8AC3E}">
        <p14:creationId xmlns:p14="http://schemas.microsoft.com/office/powerpoint/2010/main" val="9956253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D281B-C3A1-4AE8-B524-0529D665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C1146-C142-4BC0-8707-971259A7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3D reconstruction · TripoSR triplanes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9BFC2-88D1-4EB5-B146-024A3ADC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DCED4-31A6-41C8-AB41-4770CF03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DECE4-BFFB-4ADE-81EB-D82DC2F9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The active TripoSR path reconstructs a 3D representation from the masked front image. The paper describes the representation with three orthogonal feature planes.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77EF4-5E3A-4135-805C-1DF123A5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FEATURE LOOKUP AT 3D POINT (X,Y,Z)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B7F8D-9BA8-4AE6-8E28-46DBE8A0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074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f(x,y,z) = T₍XY₎[x,y] ⊕ T₍XZ₎[x,z] ⊕ T₍YZ₎[y,z]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A761F-6668-4896-978C-DE0A4CF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NEURAL FIELD PREDICTS MATERIAL OCCUPANCY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9FB50-E470-471A-A68F-376309C6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074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MLP(f) → (σ, c)     ·     surface: σ = 0.5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2E4AA-D78C-46CA-96D2-A3D374FB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1033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σ is density / occupancy evidence; c is predicted color. The extracted surface becomes a triangle mesh M=(V,F): vertices V are 3D points, faces F connect them into triangles.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664AD-6C52-49EE-82E1-33B89FBC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817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Views are primarily used later for repainting; in the current TripoSR path they do not drive the shape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983985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2B724-5EAF-40D2-BB88-0F68C042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42831-5CD7-4DE0-A6A7-CCB8722C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Color processing · regions and representative colors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9E750-B603-4A3D-9960-662FD4A6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16885-86F4-4774-8650-9BC84BF3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3110E-699C-4F35-B6D9-51BF8CF7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For the paper’s multi-view color pipeline, foreground pixels are grouped in a perceptual feature space. The project uses MiniBatchKMeans with hue, saturation, and value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754C0-9F0C-41C4-9AE9-16799878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ADAPTIVE CLUSTER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C6F8C-3647-4ADC-A08D-744ACE27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5191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k = min(10, max(4, ⌊n_fg⁰·²⁵⌋))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985E4-895A-4B1F-8B6E-3760B5D1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4905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n_fg is the number of foreground pixels. The fourth-root rule grows k slowly with image size, bounded to 4–10 clusters.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9A89F-2FC7-4D5D-8A04-9438A7ED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431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CIRCULAR HUE ENCODING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048E4-2D10-4578-B193-03D6B336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514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h ↦ (sin h, cos h)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75840-9457-4073-B3C3-2FB1C19C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This avoids treating hues near 0° and 360° as far apart. Saturation/value supplement hue so color regions can be compared more usefully.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5A16B-87AF-43B9-986B-8DB3B36B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TRIMMED REPRESENTATIVE COLOR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1D23C-AE1D-469B-996D-650FB16E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1073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c_region = mean{pᵢ : B₁₅ ≤ bright(pᵢ) ≤ B₈₅}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F4508-9EB9-4F30-9570-7CA40DE8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959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Discarding brightness extremes reduces the influence of highlights and shadows when estimating a region’s base color.</a:t>
            </a:r>
          </a:p>
        </p:txBody>
      </p:sp>
    </p:spTree>
    <p:extLst>
      <p:ext uri="{BB962C8B-B14F-4D97-AF65-F5344CB8AC3E}">
        <p14:creationId xmlns:p14="http://schemas.microsoft.com/office/powerpoint/2010/main" val="18844758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8D57F-F835-40AD-B18F-80A404F4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0AB5A-EF6D-4BF8-ADB1-F29A5499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Color projection · calibration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1EDD3-746A-429F-A21F-7A9ABC2D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7238C-1361-47BF-AEF8-35A79412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82163-2A8D-4015-B027-ABDD30E5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PER-VIEW CHANNEL CALIBRATION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6B325-2BCF-4948-A4D1-F7042654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07346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sᵢ = clip(μphoto / μviewᵢ, 0.7, 1.6) ∈ ℝ³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89944-508D-4C72-BA40-7C1A811E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1028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Compute a channel-wise mean ratio over the foreground, then clamp the gain so one bright/dark synthesized view cannot dominate.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097DC-232E-4DFB-8671-A6EEA2AA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BRIGHTNESS CORRECTION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DCAD3-7015-4051-B0A2-0A0619EB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7346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g = clip(μphoto / μmesh-proj, 0.70, [1.5, 1.8, 1.8])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7338C-3527-4F24-9BF0-026402F5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This brings projected mesh colors closer to the source photo while limiting correction strength. The project applies channel gains selectively to painted vertices.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480A4-B617-43AE-BAAE-D3E697CC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COMPARE SHAPE AND COLOR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96B3A-D2D9-492E-85D2-DE98D78D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IoU = |silhouette ∩ mask| / |silhouette ∪ mask|       ·       εc = (1/3) Σk |μmeshᵏ − μphotoᵏ|</a:t>
            </a:r>
          </a:p>
        </p:txBody>
      </p:sp>
    </p:spTree>
    <p:extLst>
      <p:ext uri="{BB962C8B-B14F-4D97-AF65-F5344CB8AC3E}">
        <p14:creationId xmlns:p14="http://schemas.microsoft.com/office/powerpoint/2010/main" val="1517845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526B0-16CD-43E7-B373-306D91A5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TRIGENIX  /  FORMULA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2780D-9D4C-476D-800A-387616B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1001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Mesh checks · exports · final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96D7B-A241-4BD6-8567-13C32B0E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7D3"/>
          </a:solidFill>
          <a:ln xmlns:a="http://schemas.openxmlformats.org/drawingml/2006/main" w="0">
            <a:solidFill>
              <a:srgbClr val="CED7D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E7E68-74FF-4874-A633-91CC9132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5DA22-04AB-4C33-9FB7-7686DC9D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PRINT-READY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E565F-3752-4747-8793-3C4A4E10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10744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print_ready = watertight ∧ (components = 1) ∧ (faces ≥ 1000)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2D297-0585-4912-A355-7CAD6A13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0744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7D3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If units = mm: min(feature size) ≥ 0.8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D1A07-B478-4881-8889-6D11FC65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2646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46A"/>
                </a:solidFill>
                <a:latin typeface="Arial"/>
                <a:ea typeface="Arial"/>
                <a:cs typeface="Arial"/>
              </a:rPr>
              <a:t>These are structural checks on the generated print mesh. They do not certify that every printer or material will succeed.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9C232-A029-4CAB-9FF5-9733916A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THE FINAL MODEL 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FAC40-30B6-4A48-A82B-9A634AD9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14900"/>
            <a:ext cx="10553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42B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B36"/>
                </a:solidFill>
                <a:latin typeface="Arial"/>
                <a:ea typeface="Arial"/>
                <a:cs typeface="Arial"/>
              </a:rPr>
              <a:t>Validated upload → prepared subject → generated views → reconstructed mesh → color projection → topology / print checks → GLB, STL, and viewer.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21CD3-E5B4-4F9B-BE30-E8C219E6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solidFill>
              <a:srgbClr val="087E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FDFE8-42BC-4A4C-857E-C7B54C66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429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3"/>
                </a:solidFill>
                <a:latin typeface="Arial"/>
                <a:ea typeface="Arial"/>
                <a:cs typeface="Arial"/>
              </a:rPr>
              <a:t>Research-paper equations are explicitly labeled where the paper method differs from today’s code path.</a:t>
            </a:r>
          </a:p>
        </p:txBody>
      </p:sp>
    </p:spTree>
    <p:extLst>
      <p:ext uri="{BB962C8B-B14F-4D97-AF65-F5344CB8AC3E}">
        <p14:creationId xmlns:p14="http://schemas.microsoft.com/office/powerpoint/2010/main" val="1736718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2026-09-28T03:22:39.7770000Z</dcterms:created>
  <dcterms:modified xsi:type="dcterms:W3CDTF">2026-09-28T03:22:39.7770000Z</dcterms:modified>
</coreProperties>
</file>